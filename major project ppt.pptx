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4" r:id="rId2"/>
    <p:sldId id="263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E69"/>
    <a:srgbClr val="EC7E32"/>
    <a:srgbClr val="E77E32"/>
    <a:srgbClr val="E77E6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varnaudatha@gmail.com" userId="01972fd4f50a0739" providerId="LiveId" clId="{8A29A2A0-F403-488D-A1CF-2814EED966A7}"/>
    <pc:docChg chg="undo custSel modSld">
      <pc:chgData name="suvarnaudatha@gmail.com" userId="01972fd4f50a0739" providerId="LiveId" clId="{8A29A2A0-F403-488D-A1CF-2814EED966A7}" dt="2026-09-17T14:30:12.993" v="5167" actId="20577"/>
      <pc:docMkLst>
        <pc:docMk/>
      </pc:docMkLst>
      <pc:sldChg chg="addSp delSp modSp mod">
        <pc:chgData name="suvarnaudatha@gmail.com" userId="01972fd4f50a0739" providerId="LiveId" clId="{8A29A2A0-F403-488D-A1CF-2814EED966A7}" dt="2026-09-17T14:05:56.506" v="5007" actId="12"/>
        <pc:sldMkLst>
          <pc:docMk/>
          <pc:sldMk cId="1266449640" sldId="263"/>
        </pc:sldMkLst>
        <pc:spChg chg="mod">
          <ac:chgData name="suvarnaudatha@gmail.com" userId="01972fd4f50a0739" providerId="LiveId" clId="{8A29A2A0-F403-488D-A1CF-2814EED966A7}" dt="2026-09-17T10:45:24.036" v="495" actId="20577"/>
          <ac:spMkLst>
            <pc:docMk/>
            <pc:sldMk cId="1266449640" sldId="263"/>
            <ac:spMk id="2" creationId="{50EC79EE-C1C4-E275-0987-67B7B3A60CCB}"/>
          </ac:spMkLst>
        </pc:spChg>
        <pc:spChg chg="add del mod">
          <ac:chgData name="suvarnaudatha@gmail.com" userId="01972fd4f50a0739" providerId="LiveId" clId="{8A29A2A0-F403-488D-A1CF-2814EED966A7}" dt="2026-09-17T14:00:12.069" v="4982"/>
          <ac:spMkLst>
            <pc:docMk/>
            <pc:sldMk cId="1266449640" sldId="263"/>
            <ac:spMk id="6" creationId="{D6E1FE0C-377C-464E-3C14-D3BE2CB6FB76}"/>
          </ac:spMkLst>
        </pc:spChg>
        <pc:spChg chg="add mod">
          <ac:chgData name="suvarnaudatha@gmail.com" userId="01972fd4f50a0739" providerId="LiveId" clId="{8A29A2A0-F403-488D-A1CF-2814EED966A7}" dt="2026-09-17T14:05:56.506" v="5007" actId="12"/>
          <ac:spMkLst>
            <pc:docMk/>
            <pc:sldMk cId="1266449640" sldId="263"/>
            <ac:spMk id="7" creationId="{CDDE75A6-F859-6AE3-D4A7-3A6E04907931}"/>
          </ac:spMkLst>
        </pc:spChg>
        <pc:spChg chg="add del mod">
          <ac:chgData name="suvarnaudatha@gmail.com" userId="01972fd4f50a0739" providerId="LiveId" clId="{8A29A2A0-F403-488D-A1CF-2814EED966A7}" dt="2026-09-17T10:47:38.084" v="605" actId="14100"/>
          <ac:spMkLst>
            <pc:docMk/>
            <pc:sldMk cId="1266449640" sldId="263"/>
            <ac:spMk id="14" creationId="{50EC79EE-C1C4-E275-0987-67B7B3A60CCB}"/>
          </ac:spMkLst>
        </pc:spChg>
        <pc:spChg chg="del mod">
          <ac:chgData name="suvarnaudatha@gmail.com" userId="01972fd4f50a0739" providerId="LiveId" clId="{8A29A2A0-F403-488D-A1CF-2814EED966A7}" dt="2026-09-17T14:00:12.069" v="4980" actId="478"/>
          <ac:spMkLst>
            <pc:docMk/>
            <pc:sldMk cId="1266449640" sldId="263"/>
            <ac:spMk id="15" creationId="{D13CE1DE-D210-C7A2-61C0-FF7B6B511F8A}"/>
          </ac:spMkLst>
        </pc:spChg>
      </pc:sldChg>
      <pc:sldChg chg="modSp mod">
        <pc:chgData name="suvarnaudatha@gmail.com" userId="01972fd4f50a0739" providerId="LiveId" clId="{8A29A2A0-F403-488D-A1CF-2814EED966A7}" dt="2026-09-17T14:30:12.993" v="5167" actId="20577"/>
        <pc:sldMkLst>
          <pc:docMk/>
          <pc:sldMk cId="501989967" sldId="264"/>
        </pc:sldMkLst>
        <pc:spChg chg="mod">
          <ac:chgData name="suvarnaudatha@gmail.com" userId="01972fd4f50a0739" providerId="LiveId" clId="{8A29A2A0-F403-488D-A1CF-2814EED966A7}" dt="2026-09-17T10:39:13.811" v="240" actId="20577"/>
          <ac:spMkLst>
            <pc:docMk/>
            <pc:sldMk cId="501989967" sldId="264"/>
            <ac:spMk id="6" creationId="{00000000-0000-0000-0000-000000000000}"/>
          </ac:spMkLst>
        </pc:spChg>
        <pc:spChg chg="mod">
          <ac:chgData name="suvarnaudatha@gmail.com" userId="01972fd4f50a0739" providerId="LiveId" clId="{8A29A2A0-F403-488D-A1CF-2814EED966A7}" dt="2026-09-17T10:39:43.255" v="284" actId="20577"/>
          <ac:spMkLst>
            <pc:docMk/>
            <pc:sldMk cId="501989967" sldId="264"/>
            <ac:spMk id="8" creationId="{00000000-0000-0000-0000-000000000000}"/>
          </ac:spMkLst>
        </pc:spChg>
        <pc:spChg chg="mod">
          <ac:chgData name="suvarnaudatha@gmail.com" userId="01972fd4f50a0739" providerId="LiveId" clId="{8A29A2A0-F403-488D-A1CF-2814EED966A7}" dt="2026-09-17T10:36:19.988" v="111" actId="20577"/>
          <ac:spMkLst>
            <pc:docMk/>
            <pc:sldMk cId="501989967" sldId="264"/>
            <ac:spMk id="9" creationId="{00000000-0000-0000-0000-000000000000}"/>
          </ac:spMkLst>
        </pc:spChg>
        <pc:spChg chg="mod">
          <ac:chgData name="suvarnaudatha@gmail.com" userId="01972fd4f50a0739" providerId="LiveId" clId="{8A29A2A0-F403-488D-A1CF-2814EED966A7}" dt="2026-09-17T14:25:39.331" v="5107" actId="20577"/>
          <ac:spMkLst>
            <pc:docMk/>
            <pc:sldMk cId="501989967" sldId="264"/>
            <ac:spMk id="12" creationId="{00000000-0000-0000-0000-000000000000}"/>
          </ac:spMkLst>
        </pc:spChg>
        <pc:spChg chg="mod">
          <ac:chgData name="suvarnaudatha@gmail.com" userId="01972fd4f50a0739" providerId="LiveId" clId="{8A29A2A0-F403-488D-A1CF-2814EED966A7}" dt="2026-09-17T14:30:12.993" v="5167" actId="20577"/>
          <ac:spMkLst>
            <pc:docMk/>
            <pc:sldMk cId="501989967" sldId="264"/>
            <ac:spMk id="13" creationId="{00000000-0000-0000-0000-000000000000}"/>
          </ac:spMkLst>
        </pc:spChg>
      </pc:sldChg>
      <pc:sldChg chg="addSp delSp modSp mod">
        <pc:chgData name="suvarnaudatha@gmail.com" userId="01972fd4f50a0739" providerId="LiveId" clId="{8A29A2A0-F403-488D-A1CF-2814EED966A7}" dt="2026-09-17T14:23:22.881" v="5059" actId="14100"/>
        <pc:sldMkLst>
          <pc:docMk/>
          <pc:sldMk cId="2826065650" sldId="265"/>
        </pc:sldMkLst>
        <pc:spChg chg="mod">
          <ac:chgData name="suvarnaudatha@gmail.com" userId="01972fd4f50a0739" providerId="LiveId" clId="{8A29A2A0-F403-488D-A1CF-2814EED966A7}" dt="2026-09-17T11:15:31.242" v="769" actId="14100"/>
          <ac:spMkLst>
            <pc:docMk/>
            <pc:sldMk cId="2826065650" sldId="265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2:32:18.151" v="4147" actId="255"/>
          <ac:spMkLst>
            <pc:docMk/>
            <pc:sldMk cId="2826065650" sldId="265"/>
            <ac:spMk id="6" creationId="{00000000-0000-0000-0000-000000000000}"/>
          </ac:spMkLst>
        </pc:spChg>
        <pc:spChg chg="add del mod">
          <ac:chgData name="suvarnaudatha@gmail.com" userId="01972fd4f50a0739" providerId="LiveId" clId="{8A29A2A0-F403-488D-A1CF-2814EED966A7}" dt="2026-09-17T12:20:53.387" v="3947"/>
          <ac:spMkLst>
            <pc:docMk/>
            <pc:sldMk cId="2826065650" sldId="265"/>
            <ac:spMk id="7" creationId="{99737F46-B26E-DF26-D582-33EA9131C3F8}"/>
          </ac:spMkLst>
        </pc:spChg>
        <pc:spChg chg="add del mod">
          <ac:chgData name="suvarnaudatha@gmail.com" userId="01972fd4f50a0739" providerId="LiveId" clId="{8A29A2A0-F403-488D-A1CF-2814EED966A7}" dt="2026-09-17T12:22:32.416" v="3974" actId="767"/>
          <ac:spMkLst>
            <pc:docMk/>
            <pc:sldMk cId="2826065650" sldId="265"/>
            <ac:spMk id="8" creationId="{6C03626D-1AB1-E739-B20A-0D7A0D4372C3}"/>
          </ac:spMkLst>
        </pc:spChg>
        <pc:spChg chg="add del mod">
          <ac:chgData name="suvarnaudatha@gmail.com" userId="01972fd4f50a0739" providerId="LiveId" clId="{8A29A2A0-F403-488D-A1CF-2814EED966A7}" dt="2026-09-17T12:23:46.964" v="3984"/>
          <ac:spMkLst>
            <pc:docMk/>
            <pc:sldMk cId="2826065650" sldId="265"/>
            <ac:spMk id="12" creationId="{2EB361DF-194D-08E2-B4B7-F490EB0ED63A}"/>
          </ac:spMkLst>
        </pc:spChg>
        <pc:spChg chg="add del mod">
          <ac:chgData name="suvarnaudatha@gmail.com" userId="01972fd4f50a0739" providerId="LiveId" clId="{8A29A2A0-F403-488D-A1CF-2814EED966A7}" dt="2026-09-17T11:16:14.554" v="826" actId="20577"/>
          <ac:spMkLst>
            <pc:docMk/>
            <pc:sldMk cId="2826065650" sldId="265"/>
            <ac:spMk id="14" creationId="{50EC79EE-C1C4-E275-0987-67B7B3A60CCB}"/>
          </ac:spMkLst>
        </pc:spChg>
        <pc:spChg chg="del mod">
          <ac:chgData name="suvarnaudatha@gmail.com" userId="01972fd4f50a0739" providerId="LiveId" clId="{8A29A2A0-F403-488D-A1CF-2814EED966A7}" dt="2026-09-17T12:20:53.371" v="3945" actId="478"/>
          <ac:spMkLst>
            <pc:docMk/>
            <pc:sldMk cId="2826065650" sldId="265"/>
            <ac:spMk id="17" creationId="{D13CE1DE-D210-C7A2-61C0-FF7B6B511F8A}"/>
          </ac:spMkLst>
        </pc:spChg>
        <pc:graphicFrameChg chg="add mod modGraphic">
          <ac:chgData name="suvarnaudatha@gmail.com" userId="01972fd4f50a0739" providerId="LiveId" clId="{8A29A2A0-F403-488D-A1CF-2814EED966A7}" dt="2026-09-17T12:21:32.388" v="3956" actId="14100"/>
          <ac:graphicFrameMkLst>
            <pc:docMk/>
            <pc:sldMk cId="2826065650" sldId="265"/>
            <ac:graphicFrameMk id="9" creationId="{50CAB843-3744-292B-B9D5-BD5ED017842B}"/>
          </ac:graphicFrameMkLst>
        </pc:graphicFrameChg>
        <pc:graphicFrameChg chg="add del mod modGraphic">
          <ac:chgData name="suvarnaudatha@gmail.com" userId="01972fd4f50a0739" providerId="LiveId" clId="{8A29A2A0-F403-488D-A1CF-2814EED966A7}" dt="2026-09-17T12:22:24.307" v="3968" actId="14100"/>
          <ac:graphicFrameMkLst>
            <pc:docMk/>
            <pc:sldMk cId="2826065650" sldId="265"/>
            <ac:graphicFrameMk id="10" creationId="{CA7E8AAA-BFA5-CA42-CF1E-8EED6237E34D}"/>
          </ac:graphicFrameMkLst>
        </pc:graphicFrameChg>
        <pc:graphicFrameChg chg="add mod modGraphic">
          <ac:chgData name="suvarnaudatha@gmail.com" userId="01972fd4f50a0739" providerId="LiveId" clId="{8A29A2A0-F403-488D-A1CF-2814EED966A7}" dt="2026-09-17T14:23:22.881" v="5059" actId="14100"/>
          <ac:graphicFrameMkLst>
            <pc:docMk/>
            <pc:sldMk cId="2826065650" sldId="265"/>
            <ac:graphicFrameMk id="18" creationId="{3FF4592F-6EA0-3C2D-F7FC-FA838D794D2C}"/>
          </ac:graphicFrameMkLst>
        </pc:graphicFrameChg>
      </pc:sldChg>
      <pc:sldChg chg="addSp delSp modSp mod">
        <pc:chgData name="suvarnaudatha@gmail.com" userId="01972fd4f50a0739" providerId="LiveId" clId="{8A29A2A0-F403-488D-A1CF-2814EED966A7}" dt="2026-09-17T12:32:40.978" v="4152" actId="14100"/>
        <pc:sldMkLst>
          <pc:docMk/>
          <pc:sldMk cId="3876127754" sldId="266"/>
        </pc:sldMkLst>
        <pc:spChg chg="mod">
          <ac:chgData name="suvarnaudatha@gmail.com" userId="01972fd4f50a0739" providerId="LiveId" clId="{8A29A2A0-F403-488D-A1CF-2814EED966A7}" dt="2026-09-17T11:30:07.084" v="1841" actId="20577"/>
          <ac:spMkLst>
            <pc:docMk/>
            <pc:sldMk cId="3876127754" sldId="266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2:32:30.083" v="4148" actId="14100"/>
          <ac:spMkLst>
            <pc:docMk/>
            <pc:sldMk cId="3876127754" sldId="266"/>
            <ac:spMk id="6" creationId="{00000000-0000-0000-0000-000000000000}"/>
          </ac:spMkLst>
        </pc:spChg>
        <pc:spChg chg="add mod">
          <ac:chgData name="suvarnaudatha@gmail.com" userId="01972fd4f50a0739" providerId="LiveId" clId="{8A29A2A0-F403-488D-A1CF-2814EED966A7}" dt="2026-09-17T12:30:50.911" v="4137" actId="1076"/>
          <ac:spMkLst>
            <pc:docMk/>
            <pc:sldMk cId="3876127754" sldId="266"/>
            <ac:spMk id="7" creationId="{5E4705EF-2D52-0DF7-7C5B-107AEF19F38B}"/>
          </ac:spMkLst>
        </pc:spChg>
        <pc:spChg chg="add del mod">
          <ac:chgData name="suvarnaudatha@gmail.com" userId="01972fd4f50a0739" providerId="LiveId" clId="{8A29A2A0-F403-488D-A1CF-2814EED966A7}" dt="2026-09-17T11:17:13.295" v="886" actId="122"/>
          <ac:spMkLst>
            <pc:docMk/>
            <pc:sldMk cId="3876127754" sldId="266"/>
            <ac:spMk id="14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2:32:40.978" v="4152" actId="14100"/>
          <ac:spMkLst>
            <pc:docMk/>
            <pc:sldMk cId="3876127754" sldId="266"/>
            <ac:spMk id="15" creationId="{D13CE1DE-D210-C7A2-61C0-FF7B6B511F8A}"/>
          </ac:spMkLst>
        </pc:spChg>
        <pc:spChg chg="del mod">
          <ac:chgData name="suvarnaudatha@gmail.com" userId="01972fd4f50a0739" providerId="LiveId" clId="{8A29A2A0-F403-488D-A1CF-2814EED966A7}" dt="2026-09-17T12:28:39.258" v="4112" actId="478"/>
          <ac:spMkLst>
            <pc:docMk/>
            <pc:sldMk cId="3876127754" sldId="266"/>
            <ac:spMk id="17" creationId="{D13CE1DE-D210-C7A2-61C0-FF7B6B511F8A}"/>
          </ac:spMkLst>
        </pc:spChg>
      </pc:sldChg>
      <pc:sldChg chg="addSp delSp modSp mod">
        <pc:chgData name="suvarnaudatha@gmail.com" userId="01972fd4f50a0739" providerId="LiveId" clId="{8A29A2A0-F403-488D-A1CF-2814EED966A7}" dt="2026-09-17T12:39:29.977" v="4305"/>
        <pc:sldMkLst>
          <pc:docMk/>
          <pc:sldMk cId="2206479791" sldId="267"/>
        </pc:sldMkLst>
        <pc:spChg chg="mod">
          <ac:chgData name="suvarnaudatha@gmail.com" userId="01972fd4f50a0739" providerId="LiveId" clId="{8A29A2A0-F403-488D-A1CF-2814EED966A7}" dt="2026-09-17T11:33:44.863" v="1960" actId="20577"/>
          <ac:spMkLst>
            <pc:docMk/>
            <pc:sldMk cId="2206479791" sldId="267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2:33:44.912" v="4274" actId="255"/>
          <ac:spMkLst>
            <pc:docMk/>
            <pc:sldMk cId="2206479791" sldId="267"/>
            <ac:spMk id="6" creationId="{00000000-0000-0000-0000-000000000000}"/>
          </ac:spMkLst>
        </pc:spChg>
        <pc:spChg chg="add del mod">
          <ac:chgData name="suvarnaudatha@gmail.com" userId="01972fd4f50a0739" providerId="LiveId" clId="{8A29A2A0-F403-488D-A1CF-2814EED966A7}" dt="2026-09-17T12:36:14.235" v="4279"/>
          <ac:spMkLst>
            <pc:docMk/>
            <pc:sldMk cId="2206479791" sldId="267"/>
            <ac:spMk id="7" creationId="{4321592B-0E7D-5225-7761-C3E5F1902D3D}"/>
          </ac:spMkLst>
        </pc:spChg>
        <pc:spChg chg="add mod">
          <ac:chgData name="suvarnaudatha@gmail.com" userId="01972fd4f50a0739" providerId="LiveId" clId="{8A29A2A0-F403-488D-A1CF-2814EED966A7}" dt="2026-09-17T12:39:29.977" v="4305"/>
          <ac:spMkLst>
            <pc:docMk/>
            <pc:sldMk cId="2206479791" sldId="267"/>
            <ac:spMk id="8" creationId="{AA1F1E48-B279-7EEF-4A07-9F96A23FB3FC}"/>
          </ac:spMkLst>
        </pc:spChg>
        <pc:spChg chg="add del mod">
          <ac:chgData name="suvarnaudatha@gmail.com" userId="01972fd4f50a0739" providerId="LiveId" clId="{8A29A2A0-F403-488D-A1CF-2814EED966A7}" dt="2026-09-17T11:17:51.637" v="943" actId="20577"/>
          <ac:spMkLst>
            <pc:docMk/>
            <pc:sldMk cId="2206479791" sldId="267"/>
            <ac:spMk id="14" creationId="{50EC79EE-C1C4-E275-0987-67B7B3A60CCB}"/>
          </ac:spMkLst>
        </pc:spChg>
        <pc:spChg chg="del mod">
          <ac:chgData name="suvarnaudatha@gmail.com" userId="01972fd4f50a0739" providerId="LiveId" clId="{8A29A2A0-F403-488D-A1CF-2814EED966A7}" dt="2026-09-17T12:33:55.772" v="4276" actId="478"/>
          <ac:spMkLst>
            <pc:docMk/>
            <pc:sldMk cId="2206479791" sldId="267"/>
            <ac:spMk id="17" creationId="{D13CE1DE-D210-C7A2-61C0-FF7B6B511F8A}"/>
          </ac:spMkLst>
        </pc:spChg>
      </pc:sldChg>
      <pc:sldChg chg="addSp delSp modSp mod">
        <pc:chgData name="suvarnaudatha@gmail.com" userId="01972fd4f50a0739" providerId="LiveId" clId="{8A29A2A0-F403-488D-A1CF-2814EED966A7}" dt="2026-09-17T13:03:41.899" v="4598" actId="113"/>
        <pc:sldMkLst>
          <pc:docMk/>
          <pc:sldMk cId="3421589044" sldId="268"/>
        </pc:sldMkLst>
        <pc:spChg chg="mod">
          <ac:chgData name="suvarnaudatha@gmail.com" userId="01972fd4f50a0739" providerId="LiveId" clId="{8A29A2A0-F403-488D-A1CF-2814EED966A7}" dt="2026-09-17T11:35:51.508" v="2075" actId="20577"/>
          <ac:spMkLst>
            <pc:docMk/>
            <pc:sldMk cId="3421589044" sldId="268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2:41:08.003" v="4429" actId="255"/>
          <ac:spMkLst>
            <pc:docMk/>
            <pc:sldMk cId="3421589044" sldId="268"/>
            <ac:spMk id="6" creationId="{00000000-0000-0000-0000-000000000000}"/>
          </ac:spMkLst>
        </pc:spChg>
        <pc:spChg chg="mod">
          <ac:chgData name="suvarnaudatha@gmail.com" userId="01972fd4f50a0739" providerId="LiveId" clId="{8A29A2A0-F403-488D-A1CF-2814EED966A7}" dt="2026-09-17T13:03:10.408" v="4591" actId="2710"/>
          <ac:spMkLst>
            <pc:docMk/>
            <pc:sldMk cId="3421589044" sldId="268"/>
            <ac:spMk id="7" creationId="{00000000-0000-0000-0000-000000000000}"/>
          </ac:spMkLst>
        </pc:spChg>
        <pc:spChg chg="add del">
          <ac:chgData name="suvarnaudatha@gmail.com" userId="01972fd4f50a0739" providerId="LiveId" clId="{8A29A2A0-F403-488D-A1CF-2814EED966A7}" dt="2026-09-17T13:02:02.831" v="4578" actId="22"/>
          <ac:spMkLst>
            <pc:docMk/>
            <pc:sldMk cId="3421589044" sldId="268"/>
            <ac:spMk id="12" creationId="{73B6A0F2-B8C9-46A5-9DB5-AD36BB282F43}"/>
          </ac:spMkLst>
        </pc:spChg>
        <pc:spChg chg="mod">
          <ac:chgData name="suvarnaudatha@gmail.com" userId="01972fd4f50a0739" providerId="LiveId" clId="{8A29A2A0-F403-488D-A1CF-2814EED966A7}" dt="2026-09-17T11:18:25.915" v="998" actId="14100"/>
          <ac:spMkLst>
            <pc:docMk/>
            <pc:sldMk cId="3421589044" sldId="268"/>
            <ac:spMk id="14" creationId="{50EC79EE-C1C4-E275-0987-67B7B3A60CCB}"/>
          </ac:spMkLst>
        </pc:spChg>
        <pc:spChg chg="del mod">
          <ac:chgData name="suvarnaudatha@gmail.com" userId="01972fd4f50a0739" providerId="LiveId" clId="{8A29A2A0-F403-488D-A1CF-2814EED966A7}" dt="2026-09-17T12:54:16.579" v="4485" actId="478"/>
          <ac:spMkLst>
            <pc:docMk/>
            <pc:sldMk cId="3421589044" sldId="268"/>
            <ac:spMk id="17" creationId="{D13CE1DE-D210-C7A2-61C0-FF7B6B511F8A}"/>
          </ac:spMkLst>
        </pc:spChg>
        <pc:spChg chg="add del mod">
          <ac:chgData name="suvarnaudatha@gmail.com" userId="01972fd4f50a0739" providerId="LiveId" clId="{8A29A2A0-F403-488D-A1CF-2814EED966A7}" dt="2026-09-17T13:03:41.899" v="4598" actId="113"/>
          <ac:spMkLst>
            <pc:docMk/>
            <pc:sldMk cId="3421589044" sldId="268"/>
            <ac:spMk id="18" creationId="{00000000-0000-0000-0000-000000000000}"/>
          </ac:spMkLst>
        </pc:spChg>
        <pc:spChg chg="add del">
          <ac:chgData name="suvarnaudatha@gmail.com" userId="01972fd4f50a0739" providerId="LiveId" clId="{8A29A2A0-F403-488D-A1CF-2814EED966A7}" dt="2026-09-17T13:02:13.438" v="4580" actId="22"/>
          <ac:spMkLst>
            <pc:docMk/>
            <pc:sldMk cId="3421589044" sldId="268"/>
            <ac:spMk id="22" creationId="{4028F385-1382-A70C-D940-BC7D076F2488}"/>
          </ac:spMkLst>
        </pc:spChg>
        <pc:spChg chg="add del">
          <ac:chgData name="suvarnaudatha@gmail.com" userId="01972fd4f50a0739" providerId="LiveId" clId="{8A29A2A0-F403-488D-A1CF-2814EED966A7}" dt="2026-09-17T13:02:36.119" v="4585" actId="22"/>
          <ac:spMkLst>
            <pc:docMk/>
            <pc:sldMk cId="3421589044" sldId="268"/>
            <ac:spMk id="24" creationId="{148B73F2-326F-9A9B-9989-DAED1F4D0116}"/>
          </ac:spMkLst>
        </pc:spChg>
        <pc:spChg chg="add mod">
          <ac:chgData name="suvarnaudatha@gmail.com" userId="01972fd4f50a0739" providerId="LiveId" clId="{8A29A2A0-F403-488D-A1CF-2814EED966A7}" dt="2026-09-17T13:02:30.029" v="4584" actId="767"/>
          <ac:spMkLst>
            <pc:docMk/>
            <pc:sldMk cId="3421589044" sldId="268"/>
            <ac:spMk id="25" creationId="{20FE1AB1-8503-3D67-0D9F-6E836B2E83F5}"/>
          </ac:spMkLst>
        </pc:spChg>
      </pc:sldChg>
      <pc:sldChg chg="addSp delSp modSp mod">
        <pc:chgData name="suvarnaudatha@gmail.com" userId="01972fd4f50a0739" providerId="LiveId" clId="{8A29A2A0-F403-488D-A1CF-2814EED966A7}" dt="2026-09-17T13:06:17.470" v="4609" actId="12"/>
        <pc:sldMkLst>
          <pc:docMk/>
          <pc:sldMk cId="1218590561" sldId="269"/>
        </pc:sldMkLst>
        <pc:spChg chg="mod">
          <ac:chgData name="suvarnaudatha@gmail.com" userId="01972fd4f50a0739" providerId="LiveId" clId="{8A29A2A0-F403-488D-A1CF-2814EED966A7}" dt="2026-09-17T11:37:09.012" v="2196" actId="20577"/>
          <ac:spMkLst>
            <pc:docMk/>
            <pc:sldMk cId="1218590561" sldId="269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2:54:58.207" v="4488" actId="255"/>
          <ac:spMkLst>
            <pc:docMk/>
            <pc:sldMk cId="1218590561" sldId="269"/>
            <ac:spMk id="6" creationId="{00000000-0000-0000-0000-000000000000}"/>
          </ac:spMkLst>
        </pc:spChg>
        <pc:spChg chg="add mod">
          <ac:chgData name="suvarnaudatha@gmail.com" userId="01972fd4f50a0739" providerId="LiveId" clId="{8A29A2A0-F403-488D-A1CF-2814EED966A7}" dt="2026-09-17T13:06:17.470" v="4609" actId="12"/>
          <ac:spMkLst>
            <pc:docMk/>
            <pc:sldMk cId="1218590561" sldId="269"/>
            <ac:spMk id="7" creationId="{D16AA4E9-2E15-9D0C-C94B-93E17226C9EC}"/>
          </ac:spMkLst>
        </pc:spChg>
        <pc:spChg chg="mod">
          <ac:chgData name="suvarnaudatha@gmail.com" userId="01972fd4f50a0739" providerId="LiveId" clId="{8A29A2A0-F403-488D-A1CF-2814EED966A7}" dt="2026-09-17T13:05:24.571" v="4600" actId="1076"/>
          <ac:spMkLst>
            <pc:docMk/>
            <pc:sldMk cId="1218590561" sldId="269"/>
            <ac:spMk id="14" creationId="{50EC79EE-C1C4-E275-0987-67B7B3A60CCB}"/>
          </ac:spMkLst>
        </pc:spChg>
        <pc:spChg chg="del">
          <ac:chgData name="suvarnaudatha@gmail.com" userId="01972fd4f50a0739" providerId="LiveId" clId="{8A29A2A0-F403-488D-A1CF-2814EED966A7}" dt="2026-09-17T13:05:18.989" v="4599" actId="478"/>
          <ac:spMkLst>
            <pc:docMk/>
            <pc:sldMk cId="1218590561" sldId="269"/>
            <ac:spMk id="17" creationId="{D13CE1DE-D210-C7A2-61C0-FF7B6B511F8A}"/>
          </ac:spMkLst>
        </pc:spChg>
      </pc:sldChg>
      <pc:sldChg chg="addSp delSp modSp mod">
        <pc:chgData name="suvarnaudatha@gmail.com" userId="01972fd4f50a0739" providerId="LiveId" clId="{8A29A2A0-F403-488D-A1CF-2814EED966A7}" dt="2026-09-17T13:21:29.598" v="4644"/>
        <pc:sldMkLst>
          <pc:docMk/>
          <pc:sldMk cId="2669012009" sldId="270"/>
        </pc:sldMkLst>
        <pc:spChg chg="add del mod">
          <ac:chgData name="suvarnaudatha@gmail.com" userId="01972fd4f50a0739" providerId="LiveId" clId="{8A29A2A0-F403-488D-A1CF-2814EED966A7}" dt="2026-09-17T11:44:17.885" v="2337" actId="20577"/>
          <ac:spMkLst>
            <pc:docMk/>
            <pc:sldMk cId="2669012009" sldId="270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3:16:58.454" v="4642" actId="255"/>
          <ac:spMkLst>
            <pc:docMk/>
            <pc:sldMk cId="2669012009" sldId="270"/>
            <ac:spMk id="6" creationId="{00000000-0000-0000-0000-000000000000}"/>
          </ac:spMkLst>
        </pc:spChg>
        <pc:spChg chg="add del mod">
          <ac:chgData name="suvarnaudatha@gmail.com" userId="01972fd4f50a0739" providerId="LiveId" clId="{8A29A2A0-F403-488D-A1CF-2814EED966A7}" dt="2026-09-17T13:10:53.344" v="4622"/>
          <ac:spMkLst>
            <pc:docMk/>
            <pc:sldMk cId="2669012009" sldId="270"/>
            <ac:spMk id="7" creationId="{5C1BF9B0-25BE-EB6D-2B99-331150B37C31}"/>
          </ac:spMkLst>
        </pc:spChg>
        <pc:spChg chg="add del mod">
          <ac:chgData name="suvarnaudatha@gmail.com" userId="01972fd4f50a0739" providerId="LiveId" clId="{8A29A2A0-F403-488D-A1CF-2814EED966A7}" dt="2026-09-17T13:21:29.598" v="4644"/>
          <ac:spMkLst>
            <pc:docMk/>
            <pc:sldMk cId="2669012009" sldId="270"/>
            <ac:spMk id="9" creationId="{E7E7DADA-BA36-A9A3-9A89-78A3D7A20793}"/>
          </ac:spMkLst>
        </pc:spChg>
        <pc:spChg chg="mod">
          <ac:chgData name="suvarnaudatha@gmail.com" userId="01972fd4f50a0739" providerId="LiveId" clId="{8A29A2A0-F403-488D-A1CF-2814EED966A7}" dt="2026-09-17T11:19:30.735" v="1107" actId="20577"/>
          <ac:spMkLst>
            <pc:docMk/>
            <pc:sldMk cId="2669012009" sldId="270"/>
            <ac:spMk id="14" creationId="{50EC79EE-C1C4-E275-0987-67B7B3A60CCB}"/>
          </ac:spMkLst>
        </pc:spChg>
        <pc:spChg chg="del mod">
          <ac:chgData name="suvarnaudatha@gmail.com" userId="01972fd4f50a0739" providerId="LiveId" clId="{8A29A2A0-F403-488D-A1CF-2814EED966A7}" dt="2026-09-17T13:09:50.360" v="4616" actId="478"/>
          <ac:spMkLst>
            <pc:docMk/>
            <pc:sldMk cId="2669012009" sldId="270"/>
            <ac:spMk id="17" creationId="{D13CE1DE-D210-C7A2-61C0-FF7B6B511F8A}"/>
          </ac:spMkLst>
        </pc:spChg>
        <pc:graphicFrameChg chg="add del mod modGraphic">
          <ac:chgData name="suvarnaudatha@gmail.com" userId="01972fd4f50a0739" providerId="LiveId" clId="{8A29A2A0-F403-488D-A1CF-2814EED966A7}" dt="2026-09-17T13:13:09.683" v="4631" actId="478"/>
          <ac:graphicFrameMkLst>
            <pc:docMk/>
            <pc:sldMk cId="2669012009" sldId="270"/>
            <ac:graphicFrameMk id="8" creationId="{8C70BAD1-0CA9-7215-8B95-7740DC2BED09}"/>
          </ac:graphicFrameMkLst>
        </pc:graphicFrameChg>
        <pc:graphicFrameChg chg="add mod modGraphic">
          <ac:chgData name="suvarnaudatha@gmail.com" userId="01972fd4f50a0739" providerId="LiveId" clId="{8A29A2A0-F403-488D-A1CF-2814EED966A7}" dt="2026-09-17T13:16:43.694" v="4641" actId="14100"/>
          <ac:graphicFrameMkLst>
            <pc:docMk/>
            <pc:sldMk cId="2669012009" sldId="270"/>
            <ac:graphicFrameMk id="10" creationId="{925DE7BD-5146-824E-D3BE-23C70AE061BC}"/>
          </ac:graphicFrameMkLst>
        </pc:graphicFrameChg>
      </pc:sldChg>
      <pc:sldChg chg="addSp delSp modSp mod">
        <pc:chgData name="suvarnaudatha@gmail.com" userId="01972fd4f50a0739" providerId="LiveId" clId="{8A29A2A0-F403-488D-A1CF-2814EED966A7}" dt="2026-09-17T13:26:29.037" v="4679" actId="255"/>
        <pc:sldMkLst>
          <pc:docMk/>
          <pc:sldMk cId="3981910421" sldId="271"/>
        </pc:sldMkLst>
        <pc:spChg chg="mod">
          <ac:chgData name="suvarnaudatha@gmail.com" userId="01972fd4f50a0739" providerId="LiveId" clId="{8A29A2A0-F403-488D-A1CF-2814EED966A7}" dt="2026-09-17T11:45:52.289" v="2459" actId="20577"/>
          <ac:spMkLst>
            <pc:docMk/>
            <pc:sldMk cId="3981910421" sldId="271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3:22:01.085" v="4657" actId="20577"/>
          <ac:spMkLst>
            <pc:docMk/>
            <pc:sldMk cId="3981910421" sldId="271"/>
            <ac:spMk id="6" creationId="{00000000-0000-0000-0000-000000000000}"/>
          </ac:spMkLst>
        </pc:spChg>
        <pc:spChg chg="add mod">
          <ac:chgData name="suvarnaudatha@gmail.com" userId="01972fd4f50a0739" providerId="LiveId" clId="{8A29A2A0-F403-488D-A1CF-2814EED966A7}" dt="2026-09-17T13:26:29.037" v="4679" actId="255"/>
          <ac:spMkLst>
            <pc:docMk/>
            <pc:sldMk cId="3981910421" sldId="271"/>
            <ac:spMk id="7" creationId="{4BA0073F-0D4D-B3F7-82EB-E5053C2983FB}"/>
          </ac:spMkLst>
        </pc:spChg>
        <pc:spChg chg="mod">
          <ac:chgData name="suvarnaudatha@gmail.com" userId="01972fd4f50a0739" providerId="LiveId" clId="{8A29A2A0-F403-488D-A1CF-2814EED966A7}" dt="2026-09-17T11:20:01.365" v="1161" actId="20577"/>
          <ac:spMkLst>
            <pc:docMk/>
            <pc:sldMk cId="3981910421" sldId="271"/>
            <ac:spMk id="14" creationId="{50EC79EE-C1C4-E275-0987-67B7B3A60CCB}"/>
          </ac:spMkLst>
        </pc:spChg>
        <pc:spChg chg="del">
          <ac:chgData name="suvarnaudatha@gmail.com" userId="01972fd4f50a0739" providerId="LiveId" clId="{8A29A2A0-F403-488D-A1CF-2814EED966A7}" dt="2026-09-17T13:22:07.110" v="4658" actId="478"/>
          <ac:spMkLst>
            <pc:docMk/>
            <pc:sldMk cId="3981910421" sldId="271"/>
            <ac:spMk id="17" creationId="{D13CE1DE-D210-C7A2-61C0-FF7B6B511F8A}"/>
          </ac:spMkLst>
        </pc:spChg>
      </pc:sldChg>
      <pc:sldChg chg="addSp delSp modSp mod">
        <pc:chgData name="suvarnaudatha@gmail.com" userId="01972fd4f50a0739" providerId="LiveId" clId="{8A29A2A0-F403-488D-A1CF-2814EED966A7}" dt="2026-09-17T13:33:20.153" v="4721" actId="1076"/>
        <pc:sldMkLst>
          <pc:docMk/>
          <pc:sldMk cId="3167751405" sldId="272"/>
        </pc:sldMkLst>
        <pc:spChg chg="mod">
          <ac:chgData name="suvarnaudatha@gmail.com" userId="01972fd4f50a0739" providerId="LiveId" clId="{8A29A2A0-F403-488D-A1CF-2814EED966A7}" dt="2026-09-17T11:49:50.680" v="2585" actId="20577"/>
          <ac:spMkLst>
            <pc:docMk/>
            <pc:sldMk cId="3167751405" sldId="272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3:27:40.605" v="4683" actId="255"/>
          <ac:spMkLst>
            <pc:docMk/>
            <pc:sldMk cId="3167751405" sldId="272"/>
            <ac:spMk id="6" creationId="{00000000-0000-0000-0000-000000000000}"/>
          </ac:spMkLst>
        </pc:spChg>
        <pc:spChg chg="add mod">
          <ac:chgData name="suvarnaudatha@gmail.com" userId="01972fd4f50a0739" providerId="LiveId" clId="{8A29A2A0-F403-488D-A1CF-2814EED966A7}" dt="2026-09-17T13:33:20.153" v="4721" actId="1076"/>
          <ac:spMkLst>
            <pc:docMk/>
            <pc:sldMk cId="3167751405" sldId="272"/>
            <ac:spMk id="7" creationId="{6B7D37C8-8467-058A-5F9E-3F3C9CB06A35}"/>
          </ac:spMkLst>
        </pc:spChg>
        <pc:spChg chg="mod">
          <ac:chgData name="suvarnaudatha@gmail.com" userId="01972fd4f50a0739" providerId="LiveId" clId="{8A29A2A0-F403-488D-A1CF-2814EED966A7}" dt="2026-09-17T11:20:29.480" v="1216" actId="20577"/>
          <ac:spMkLst>
            <pc:docMk/>
            <pc:sldMk cId="3167751405" sldId="272"/>
            <ac:spMk id="14" creationId="{50EC79EE-C1C4-E275-0987-67B7B3A60CCB}"/>
          </ac:spMkLst>
        </pc:spChg>
        <pc:spChg chg="del">
          <ac:chgData name="suvarnaudatha@gmail.com" userId="01972fd4f50a0739" providerId="LiveId" clId="{8A29A2A0-F403-488D-A1CF-2814EED966A7}" dt="2026-09-17T13:27:45.101" v="4684" actId="478"/>
          <ac:spMkLst>
            <pc:docMk/>
            <pc:sldMk cId="3167751405" sldId="272"/>
            <ac:spMk id="17" creationId="{D13CE1DE-D210-C7A2-61C0-FF7B6B511F8A}"/>
          </ac:spMkLst>
        </pc:spChg>
      </pc:sldChg>
      <pc:sldChg chg="addSp delSp modSp mod">
        <pc:chgData name="suvarnaudatha@gmail.com" userId="01972fd4f50a0739" providerId="LiveId" clId="{8A29A2A0-F403-488D-A1CF-2814EED966A7}" dt="2026-09-17T13:39:58.979" v="4842" actId="5793"/>
        <pc:sldMkLst>
          <pc:docMk/>
          <pc:sldMk cId="1753889930" sldId="273"/>
        </pc:sldMkLst>
        <pc:spChg chg="mod">
          <ac:chgData name="suvarnaudatha@gmail.com" userId="01972fd4f50a0739" providerId="LiveId" clId="{8A29A2A0-F403-488D-A1CF-2814EED966A7}" dt="2026-09-17T11:52:07.802" v="2708" actId="20577"/>
          <ac:spMkLst>
            <pc:docMk/>
            <pc:sldMk cId="1753889930" sldId="273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3:30:46.734" v="4709" actId="14100"/>
          <ac:spMkLst>
            <pc:docMk/>
            <pc:sldMk cId="1753889930" sldId="273"/>
            <ac:spMk id="6" creationId="{00000000-0000-0000-0000-000000000000}"/>
          </ac:spMkLst>
        </pc:spChg>
        <pc:spChg chg="mod">
          <ac:chgData name="suvarnaudatha@gmail.com" userId="01972fd4f50a0739" providerId="LiveId" clId="{8A29A2A0-F403-488D-A1CF-2814EED966A7}" dt="2026-09-17T13:31:49.236" v="4715" actId="12"/>
          <ac:spMkLst>
            <pc:docMk/>
            <pc:sldMk cId="1753889930" sldId="273"/>
            <ac:spMk id="7" creationId="{00000000-0000-0000-0000-000000000000}"/>
          </ac:spMkLst>
        </pc:spChg>
        <pc:spChg chg="mod">
          <ac:chgData name="suvarnaudatha@gmail.com" userId="01972fd4f50a0739" providerId="LiveId" clId="{8A29A2A0-F403-488D-A1CF-2814EED966A7}" dt="2026-09-17T11:21:03.326" v="1271" actId="20577"/>
          <ac:spMkLst>
            <pc:docMk/>
            <pc:sldMk cId="1753889930" sldId="273"/>
            <ac:spMk id="14" creationId="{50EC79EE-C1C4-E275-0987-67B7B3A60CCB}"/>
          </ac:spMkLst>
        </pc:spChg>
        <pc:spChg chg="del">
          <ac:chgData name="suvarnaudatha@gmail.com" userId="01972fd4f50a0739" providerId="LiveId" clId="{8A29A2A0-F403-488D-A1CF-2814EED966A7}" dt="2026-09-17T13:30:55.577" v="4710" actId="478"/>
          <ac:spMkLst>
            <pc:docMk/>
            <pc:sldMk cId="1753889930" sldId="273"/>
            <ac:spMk id="17" creationId="{D13CE1DE-D210-C7A2-61C0-FF7B6B511F8A}"/>
          </ac:spMkLst>
        </pc:spChg>
        <pc:spChg chg="add del mod">
          <ac:chgData name="suvarnaudatha@gmail.com" userId="01972fd4f50a0739" providerId="LiveId" clId="{8A29A2A0-F403-488D-A1CF-2814EED966A7}" dt="2026-09-17T13:39:58.979" v="4842" actId="5793"/>
          <ac:spMkLst>
            <pc:docMk/>
            <pc:sldMk cId="1753889930" sldId="273"/>
            <ac:spMk id="18" creationId="{00000000-0000-0000-0000-000000000000}"/>
          </ac:spMkLst>
        </pc:spChg>
      </pc:sldChg>
      <pc:sldChg chg="addSp delSp modSp mod">
        <pc:chgData name="suvarnaudatha@gmail.com" userId="01972fd4f50a0739" providerId="LiveId" clId="{8A29A2A0-F403-488D-A1CF-2814EED966A7}" dt="2026-09-17T13:57:13.377" v="4963" actId="1076"/>
        <pc:sldMkLst>
          <pc:docMk/>
          <pc:sldMk cId="16602159" sldId="274"/>
        </pc:sldMkLst>
        <pc:spChg chg="mod">
          <ac:chgData name="suvarnaudatha@gmail.com" userId="01972fd4f50a0739" providerId="LiveId" clId="{8A29A2A0-F403-488D-A1CF-2814EED966A7}" dt="2026-09-17T11:53:46.993" v="2827" actId="20577"/>
          <ac:spMkLst>
            <pc:docMk/>
            <pc:sldMk cId="16602159" sldId="274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3:40:27.326" v="4845" actId="255"/>
          <ac:spMkLst>
            <pc:docMk/>
            <pc:sldMk cId="16602159" sldId="274"/>
            <ac:spMk id="6" creationId="{00000000-0000-0000-0000-000000000000}"/>
          </ac:spMkLst>
        </pc:spChg>
        <pc:spChg chg="add mod">
          <ac:chgData name="suvarnaudatha@gmail.com" userId="01972fd4f50a0739" providerId="LiveId" clId="{8A29A2A0-F403-488D-A1CF-2814EED966A7}" dt="2026-09-17T13:57:13.377" v="4963" actId="1076"/>
          <ac:spMkLst>
            <pc:docMk/>
            <pc:sldMk cId="16602159" sldId="274"/>
            <ac:spMk id="7" creationId="{19D392C0-4AF6-506E-78A8-0999F1378097}"/>
          </ac:spMkLst>
        </pc:spChg>
        <pc:spChg chg="mod">
          <ac:chgData name="suvarnaudatha@gmail.com" userId="01972fd4f50a0739" providerId="LiveId" clId="{8A29A2A0-F403-488D-A1CF-2814EED966A7}" dt="2026-09-17T11:22:19.757" v="1325" actId="20577"/>
          <ac:spMkLst>
            <pc:docMk/>
            <pc:sldMk cId="16602159" sldId="274"/>
            <ac:spMk id="14" creationId="{50EC79EE-C1C4-E275-0987-67B7B3A60CCB}"/>
          </ac:spMkLst>
        </pc:spChg>
        <pc:spChg chg="del">
          <ac:chgData name="suvarnaudatha@gmail.com" userId="01972fd4f50a0739" providerId="LiveId" clId="{8A29A2A0-F403-488D-A1CF-2814EED966A7}" dt="2026-09-17T13:41:11.558" v="4846" actId="478"/>
          <ac:spMkLst>
            <pc:docMk/>
            <pc:sldMk cId="16602159" sldId="274"/>
            <ac:spMk id="17" creationId="{D13CE1DE-D210-C7A2-61C0-FF7B6B511F8A}"/>
          </ac:spMkLst>
        </pc:spChg>
      </pc:sldChg>
      <pc:sldChg chg="addSp delSp modSp mod">
        <pc:chgData name="suvarnaudatha@gmail.com" userId="01972fd4f50a0739" providerId="LiveId" clId="{8A29A2A0-F403-488D-A1CF-2814EED966A7}" dt="2026-09-17T13:47:20.015" v="4879"/>
        <pc:sldMkLst>
          <pc:docMk/>
          <pc:sldMk cId="1997796925" sldId="275"/>
        </pc:sldMkLst>
        <pc:spChg chg="mod">
          <ac:chgData name="suvarnaudatha@gmail.com" userId="01972fd4f50a0739" providerId="LiveId" clId="{8A29A2A0-F403-488D-A1CF-2814EED966A7}" dt="2026-09-17T11:54:56.013" v="2956" actId="20577"/>
          <ac:spMkLst>
            <pc:docMk/>
            <pc:sldMk cId="1997796925" sldId="275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3:44:55.653" v="4867" actId="255"/>
          <ac:spMkLst>
            <pc:docMk/>
            <pc:sldMk cId="1997796925" sldId="275"/>
            <ac:spMk id="6" creationId="{00000000-0000-0000-0000-000000000000}"/>
          </ac:spMkLst>
        </pc:spChg>
        <pc:spChg chg="add del mod">
          <ac:chgData name="suvarnaudatha@gmail.com" userId="01972fd4f50a0739" providerId="LiveId" clId="{8A29A2A0-F403-488D-A1CF-2814EED966A7}" dt="2026-09-17T13:47:20.015" v="4879"/>
          <ac:spMkLst>
            <pc:docMk/>
            <pc:sldMk cId="1997796925" sldId="275"/>
            <ac:spMk id="7" creationId="{A78F5A67-6D44-412A-1EE4-9ABC59BB5975}"/>
          </ac:spMkLst>
        </pc:spChg>
        <pc:spChg chg="mod">
          <ac:chgData name="suvarnaudatha@gmail.com" userId="01972fd4f50a0739" providerId="LiveId" clId="{8A29A2A0-F403-488D-A1CF-2814EED966A7}" dt="2026-09-17T11:23:51.818" v="1434" actId="14100"/>
          <ac:spMkLst>
            <pc:docMk/>
            <pc:sldMk cId="1997796925" sldId="275"/>
            <ac:spMk id="14" creationId="{50EC79EE-C1C4-E275-0987-67B7B3A60CCB}"/>
          </ac:spMkLst>
        </pc:spChg>
        <pc:spChg chg="del">
          <ac:chgData name="suvarnaudatha@gmail.com" userId="01972fd4f50a0739" providerId="LiveId" clId="{8A29A2A0-F403-488D-A1CF-2814EED966A7}" dt="2026-09-17T13:45:02.134" v="4868" actId="478"/>
          <ac:spMkLst>
            <pc:docMk/>
            <pc:sldMk cId="1997796925" sldId="275"/>
            <ac:spMk id="17" creationId="{D13CE1DE-D210-C7A2-61C0-FF7B6B511F8A}"/>
          </ac:spMkLst>
        </pc:spChg>
        <pc:graphicFrameChg chg="add mod modGraphic">
          <ac:chgData name="suvarnaudatha@gmail.com" userId="01972fd4f50a0739" providerId="LiveId" clId="{8A29A2A0-F403-488D-A1CF-2814EED966A7}" dt="2026-09-17T13:47:18.972" v="4877" actId="113"/>
          <ac:graphicFrameMkLst>
            <pc:docMk/>
            <pc:sldMk cId="1997796925" sldId="275"/>
            <ac:graphicFrameMk id="8" creationId="{9C927BCE-2692-5050-73DC-FA7C612E5EC9}"/>
          </ac:graphicFrameMkLst>
        </pc:graphicFrameChg>
      </pc:sldChg>
      <pc:sldChg chg="addSp delSp modSp mod">
        <pc:chgData name="suvarnaudatha@gmail.com" userId="01972fd4f50a0739" providerId="LiveId" clId="{8A29A2A0-F403-488D-A1CF-2814EED966A7}" dt="2026-09-17T13:49:43.621" v="4902" actId="113"/>
        <pc:sldMkLst>
          <pc:docMk/>
          <pc:sldMk cId="204099432" sldId="276"/>
        </pc:sldMkLst>
        <pc:spChg chg="mod">
          <ac:chgData name="suvarnaudatha@gmail.com" userId="01972fd4f50a0739" providerId="LiveId" clId="{8A29A2A0-F403-488D-A1CF-2814EED966A7}" dt="2026-09-17T11:56:38.450" v="3094" actId="20577"/>
          <ac:spMkLst>
            <pc:docMk/>
            <pc:sldMk cId="204099432" sldId="276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1:55:10.828" v="2958" actId="1076"/>
          <ac:spMkLst>
            <pc:docMk/>
            <pc:sldMk cId="204099432" sldId="276"/>
            <ac:spMk id="4" creationId="{1A7E60D7-07A0-BF33-3E66-E2F8C99B0E41}"/>
          </ac:spMkLst>
        </pc:spChg>
        <pc:spChg chg="mod">
          <ac:chgData name="suvarnaudatha@gmail.com" userId="01972fd4f50a0739" providerId="LiveId" clId="{8A29A2A0-F403-488D-A1CF-2814EED966A7}" dt="2026-09-17T13:47:57.667" v="4882" actId="255"/>
          <ac:spMkLst>
            <pc:docMk/>
            <pc:sldMk cId="204099432" sldId="276"/>
            <ac:spMk id="6" creationId="{00000000-0000-0000-0000-000000000000}"/>
          </ac:spMkLst>
        </pc:spChg>
        <pc:spChg chg="add mod">
          <ac:chgData name="suvarnaudatha@gmail.com" userId="01972fd4f50a0739" providerId="LiveId" clId="{8A29A2A0-F403-488D-A1CF-2814EED966A7}" dt="2026-09-17T13:49:43.621" v="4902" actId="113"/>
          <ac:spMkLst>
            <pc:docMk/>
            <pc:sldMk cId="204099432" sldId="276"/>
            <ac:spMk id="7" creationId="{9531EB4C-886A-0CBF-B5F4-3822FDC54890}"/>
          </ac:spMkLst>
        </pc:spChg>
        <pc:spChg chg="mod">
          <ac:chgData name="suvarnaudatha@gmail.com" userId="01972fd4f50a0739" providerId="LiveId" clId="{8A29A2A0-F403-488D-A1CF-2814EED966A7}" dt="2026-09-17T11:23:39.967" v="1433" actId="14100"/>
          <ac:spMkLst>
            <pc:docMk/>
            <pc:sldMk cId="204099432" sldId="276"/>
            <ac:spMk id="14" creationId="{50EC79EE-C1C4-E275-0987-67B7B3A60CCB}"/>
          </ac:spMkLst>
        </pc:spChg>
        <pc:spChg chg="del mod">
          <ac:chgData name="suvarnaudatha@gmail.com" userId="01972fd4f50a0739" providerId="LiveId" clId="{8A29A2A0-F403-488D-A1CF-2814EED966A7}" dt="2026-09-17T13:48:09.138" v="4885" actId="478"/>
          <ac:spMkLst>
            <pc:docMk/>
            <pc:sldMk cId="204099432" sldId="276"/>
            <ac:spMk id="17" creationId="{D13CE1DE-D210-C7A2-61C0-FF7B6B511F8A}"/>
          </ac:spMkLst>
        </pc:spChg>
      </pc:sldChg>
      <pc:sldChg chg="addSp delSp modSp mod">
        <pc:chgData name="suvarnaudatha@gmail.com" userId="01972fd4f50a0739" providerId="LiveId" clId="{8A29A2A0-F403-488D-A1CF-2814EED966A7}" dt="2026-09-17T13:51:41.881" v="4931" actId="113"/>
        <pc:sldMkLst>
          <pc:docMk/>
          <pc:sldMk cId="877517800" sldId="277"/>
        </pc:sldMkLst>
        <pc:spChg chg="mod">
          <ac:chgData name="suvarnaudatha@gmail.com" userId="01972fd4f50a0739" providerId="LiveId" clId="{8A29A2A0-F403-488D-A1CF-2814EED966A7}" dt="2026-09-17T11:58:18.966" v="3216" actId="20577"/>
          <ac:spMkLst>
            <pc:docMk/>
            <pc:sldMk cId="877517800" sldId="277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3:50:21.062" v="4905" actId="255"/>
          <ac:spMkLst>
            <pc:docMk/>
            <pc:sldMk cId="877517800" sldId="277"/>
            <ac:spMk id="6" creationId="{00000000-0000-0000-0000-000000000000}"/>
          </ac:spMkLst>
        </pc:spChg>
        <pc:spChg chg="add mod">
          <ac:chgData name="suvarnaudatha@gmail.com" userId="01972fd4f50a0739" providerId="LiveId" clId="{8A29A2A0-F403-488D-A1CF-2814EED966A7}" dt="2026-09-17T13:51:41.881" v="4931" actId="113"/>
          <ac:spMkLst>
            <pc:docMk/>
            <pc:sldMk cId="877517800" sldId="277"/>
            <ac:spMk id="7" creationId="{84EBBEA6-13B9-26B7-F2BB-4E8CFDA243A0}"/>
          </ac:spMkLst>
        </pc:spChg>
        <pc:spChg chg="mod">
          <ac:chgData name="suvarnaudatha@gmail.com" userId="01972fd4f50a0739" providerId="LiveId" clId="{8A29A2A0-F403-488D-A1CF-2814EED966A7}" dt="2026-09-17T11:24:20.017" v="1488" actId="14100"/>
          <ac:spMkLst>
            <pc:docMk/>
            <pc:sldMk cId="877517800" sldId="277"/>
            <ac:spMk id="14" creationId="{50EC79EE-C1C4-E275-0987-67B7B3A60CCB}"/>
          </ac:spMkLst>
        </pc:spChg>
        <pc:spChg chg="del">
          <ac:chgData name="suvarnaudatha@gmail.com" userId="01972fd4f50a0739" providerId="LiveId" clId="{8A29A2A0-F403-488D-A1CF-2814EED966A7}" dt="2026-09-17T13:50:28.111" v="4906" actId="478"/>
          <ac:spMkLst>
            <pc:docMk/>
            <pc:sldMk cId="877517800" sldId="277"/>
            <ac:spMk id="17" creationId="{D13CE1DE-D210-C7A2-61C0-FF7B6B511F8A}"/>
          </ac:spMkLst>
        </pc:spChg>
      </pc:sldChg>
      <pc:sldChg chg="delSp modSp mod">
        <pc:chgData name="suvarnaudatha@gmail.com" userId="01972fd4f50a0739" providerId="LiveId" clId="{8A29A2A0-F403-488D-A1CF-2814EED966A7}" dt="2026-09-17T13:55:41.822" v="4956" actId="12"/>
        <pc:sldMkLst>
          <pc:docMk/>
          <pc:sldMk cId="2598163807" sldId="278"/>
        </pc:sldMkLst>
        <pc:spChg chg="mod">
          <ac:chgData name="suvarnaudatha@gmail.com" userId="01972fd4f50a0739" providerId="LiveId" clId="{8A29A2A0-F403-488D-A1CF-2814EED966A7}" dt="2026-09-17T11:59:32.586" v="3333" actId="20577"/>
          <ac:spMkLst>
            <pc:docMk/>
            <pc:sldMk cId="2598163807" sldId="278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3:52:12.438" v="4934" actId="255"/>
          <ac:spMkLst>
            <pc:docMk/>
            <pc:sldMk cId="2598163807" sldId="278"/>
            <ac:spMk id="6" creationId="{00000000-0000-0000-0000-000000000000}"/>
          </ac:spMkLst>
        </pc:spChg>
        <pc:spChg chg="mod">
          <ac:chgData name="suvarnaudatha@gmail.com" userId="01972fd4f50a0739" providerId="LiveId" clId="{8A29A2A0-F403-488D-A1CF-2814EED966A7}" dt="2026-09-17T13:54:36.660" v="4945" actId="2710"/>
          <ac:spMkLst>
            <pc:docMk/>
            <pc:sldMk cId="2598163807" sldId="278"/>
            <ac:spMk id="7" creationId="{00000000-0000-0000-0000-000000000000}"/>
          </ac:spMkLst>
        </pc:spChg>
        <pc:spChg chg="mod">
          <ac:chgData name="suvarnaudatha@gmail.com" userId="01972fd4f50a0739" providerId="LiveId" clId="{8A29A2A0-F403-488D-A1CF-2814EED966A7}" dt="2026-09-17T11:24:45.069" v="1542" actId="14100"/>
          <ac:spMkLst>
            <pc:docMk/>
            <pc:sldMk cId="2598163807" sldId="278"/>
            <ac:spMk id="14" creationId="{50EC79EE-C1C4-E275-0987-67B7B3A60CCB}"/>
          </ac:spMkLst>
        </pc:spChg>
        <pc:spChg chg="del">
          <ac:chgData name="suvarnaudatha@gmail.com" userId="01972fd4f50a0739" providerId="LiveId" clId="{8A29A2A0-F403-488D-A1CF-2814EED966A7}" dt="2026-09-17T13:52:18.459" v="4935" actId="478"/>
          <ac:spMkLst>
            <pc:docMk/>
            <pc:sldMk cId="2598163807" sldId="278"/>
            <ac:spMk id="17" creationId="{D13CE1DE-D210-C7A2-61C0-FF7B6B511F8A}"/>
          </ac:spMkLst>
        </pc:spChg>
        <pc:spChg chg="mod">
          <ac:chgData name="suvarnaudatha@gmail.com" userId="01972fd4f50a0739" providerId="LiveId" clId="{8A29A2A0-F403-488D-A1CF-2814EED966A7}" dt="2026-09-17T13:55:41.822" v="4956" actId="12"/>
          <ac:spMkLst>
            <pc:docMk/>
            <pc:sldMk cId="2598163807" sldId="278"/>
            <ac:spMk id="18" creationId="{00000000-0000-0000-0000-000000000000}"/>
          </ac:spMkLst>
        </pc:spChg>
      </pc:sldChg>
      <pc:sldChg chg="addSp delSp modSp mod">
        <pc:chgData name="suvarnaudatha@gmail.com" userId="01972fd4f50a0739" providerId="LiveId" clId="{8A29A2A0-F403-488D-A1CF-2814EED966A7}" dt="2026-09-17T13:58:20.366" v="4973" actId="14100"/>
        <pc:sldMkLst>
          <pc:docMk/>
          <pc:sldMk cId="3867205494" sldId="279"/>
        </pc:sldMkLst>
        <pc:spChg chg="mod">
          <ac:chgData name="suvarnaudatha@gmail.com" userId="01972fd4f50a0739" providerId="LiveId" clId="{8A29A2A0-F403-488D-A1CF-2814EED966A7}" dt="2026-09-17T12:00:48.565" v="3455" actId="20577"/>
          <ac:spMkLst>
            <pc:docMk/>
            <pc:sldMk cId="3867205494" sldId="279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3:56:21.195" v="4960" actId="14100"/>
          <ac:spMkLst>
            <pc:docMk/>
            <pc:sldMk cId="3867205494" sldId="279"/>
            <ac:spMk id="6" creationId="{00000000-0000-0000-0000-000000000000}"/>
          </ac:spMkLst>
        </pc:spChg>
        <pc:spChg chg="add mod">
          <ac:chgData name="suvarnaudatha@gmail.com" userId="01972fd4f50a0739" providerId="LiveId" clId="{8A29A2A0-F403-488D-A1CF-2814EED966A7}" dt="2026-09-17T13:58:20.366" v="4973" actId="14100"/>
          <ac:spMkLst>
            <pc:docMk/>
            <pc:sldMk cId="3867205494" sldId="279"/>
            <ac:spMk id="7" creationId="{2BF63DD1-986B-3265-0039-5D7E54DC2485}"/>
          </ac:spMkLst>
        </pc:spChg>
        <pc:spChg chg="mod">
          <ac:chgData name="suvarnaudatha@gmail.com" userId="01972fd4f50a0739" providerId="LiveId" clId="{8A29A2A0-F403-488D-A1CF-2814EED966A7}" dt="2026-09-17T11:25:09.832" v="1596" actId="14100"/>
          <ac:spMkLst>
            <pc:docMk/>
            <pc:sldMk cId="3867205494" sldId="279"/>
            <ac:spMk id="14" creationId="{50EC79EE-C1C4-E275-0987-67B7B3A60CCB}"/>
          </ac:spMkLst>
        </pc:spChg>
        <pc:spChg chg="del mod">
          <ac:chgData name="suvarnaudatha@gmail.com" userId="01972fd4f50a0739" providerId="LiveId" clId="{8A29A2A0-F403-488D-A1CF-2814EED966A7}" dt="2026-09-17T13:56:29.642" v="4962" actId="478"/>
          <ac:spMkLst>
            <pc:docMk/>
            <pc:sldMk cId="3867205494" sldId="279"/>
            <ac:spMk id="17" creationId="{D13CE1DE-D210-C7A2-61C0-FF7B6B511F8A}"/>
          </ac:spMkLst>
        </pc:spChg>
      </pc:sldChg>
      <pc:sldChg chg="addSp delSp modSp mod">
        <pc:chgData name="suvarnaudatha@gmail.com" userId="01972fd4f50a0739" providerId="LiveId" clId="{8A29A2A0-F403-488D-A1CF-2814EED966A7}" dt="2026-09-17T14:15:20.875" v="5048" actId="14100"/>
        <pc:sldMkLst>
          <pc:docMk/>
          <pc:sldMk cId="1085858801" sldId="280"/>
        </pc:sldMkLst>
        <pc:spChg chg="mod">
          <ac:chgData name="suvarnaudatha@gmail.com" userId="01972fd4f50a0739" providerId="LiveId" clId="{8A29A2A0-F403-488D-A1CF-2814EED966A7}" dt="2026-09-17T12:02:40.337" v="3582" actId="20577"/>
          <ac:spMkLst>
            <pc:docMk/>
            <pc:sldMk cId="1085858801" sldId="280"/>
            <ac:spMk id="2" creationId="{50EC79EE-C1C4-E275-0987-67B7B3A60CCB}"/>
          </ac:spMkLst>
        </pc:spChg>
        <pc:spChg chg="add del mod">
          <ac:chgData name="suvarnaudatha@gmail.com" userId="01972fd4f50a0739" providerId="LiveId" clId="{8A29A2A0-F403-488D-A1CF-2814EED966A7}" dt="2026-09-17T11:25:35.810" v="1652" actId="20577"/>
          <ac:spMkLst>
            <pc:docMk/>
            <pc:sldMk cId="1085858801" sldId="280"/>
            <ac:spMk id="14" creationId="{50EC79EE-C1C4-E275-0987-67B7B3A60CCB}"/>
          </ac:spMkLst>
        </pc:spChg>
        <pc:graphicFrameChg chg="add del mod">
          <ac:chgData name="suvarnaudatha@gmail.com" userId="01972fd4f50a0739" providerId="LiveId" clId="{8A29A2A0-F403-488D-A1CF-2814EED966A7}" dt="2026-09-17T14:14:47.865" v="5037" actId="478"/>
          <ac:graphicFrameMkLst>
            <pc:docMk/>
            <pc:sldMk cId="1085858801" sldId="280"/>
            <ac:graphicFrameMk id="6" creationId="{D3E4AEC1-DAE4-0793-DE1D-C2D1B36641EE}"/>
          </ac:graphicFrameMkLst>
        </pc:graphicFrameChg>
        <pc:graphicFrameChg chg="mod modGraphic">
          <ac:chgData name="suvarnaudatha@gmail.com" userId="01972fd4f50a0739" providerId="LiveId" clId="{8A29A2A0-F403-488D-A1CF-2814EED966A7}" dt="2026-09-17T14:15:20.875" v="5048" actId="14100"/>
          <ac:graphicFrameMkLst>
            <pc:docMk/>
            <pc:sldMk cId="1085858801" sldId="280"/>
            <ac:graphicFrameMk id="7" creationId="{00000000-0000-0000-0000-000000000000}"/>
          </ac:graphicFrameMkLst>
        </pc:graphicFrameChg>
      </pc:sldChg>
      <pc:sldChg chg="modSp mod">
        <pc:chgData name="suvarnaudatha@gmail.com" userId="01972fd4f50a0739" providerId="LiveId" clId="{8A29A2A0-F403-488D-A1CF-2814EED966A7}" dt="2026-09-17T12:03:54.321" v="3710" actId="20577"/>
        <pc:sldMkLst>
          <pc:docMk/>
          <pc:sldMk cId="1322043793" sldId="281"/>
        </pc:sldMkLst>
        <pc:spChg chg="mod">
          <ac:chgData name="suvarnaudatha@gmail.com" userId="01972fd4f50a0739" providerId="LiveId" clId="{8A29A2A0-F403-488D-A1CF-2814EED966A7}" dt="2026-09-17T12:03:54.321" v="3710" actId="20577"/>
          <ac:spMkLst>
            <pc:docMk/>
            <pc:sldMk cId="1322043793" sldId="281"/>
            <ac:spMk id="2" creationId="{50EC79EE-C1C4-E275-0987-67B7B3A60CCB}"/>
          </ac:spMkLst>
        </pc:spChg>
        <pc:spChg chg="mod">
          <ac:chgData name="suvarnaudatha@gmail.com" userId="01972fd4f50a0739" providerId="LiveId" clId="{8A29A2A0-F403-488D-A1CF-2814EED966A7}" dt="2026-09-17T11:25:56.315" v="1706" actId="14100"/>
          <ac:spMkLst>
            <pc:docMk/>
            <pc:sldMk cId="1322043793" sldId="281"/>
            <ac:spMk id="14" creationId="{50EC79EE-C1C4-E275-0987-67B7B3A60C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10C68-B77B-4431-A0A7-693CF58E734A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2EA21-F04E-4710-B9FC-7A1962EBE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875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64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245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057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016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908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480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607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836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426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257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938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14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995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895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2133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699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3373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416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0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534E-BF6C-2CFD-16E9-84EA6172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80B7E-AAA9-C962-786B-78A0B50E6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E0A7F-5868-6266-DF6E-1BBFCC07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1051-4A15-4975-B283-5AE4382EA000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2573E-23F6-BE97-E5F6-D90496C55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E5366-8A91-F195-6550-6C84F49F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0F06A4E2-163B-4ABA-8562-AD05AC3F17C5}" type="slidenum">
              <a:rPr lang="en-IN" smtClean="0"/>
              <a:pPr/>
              <a:t>‹#›</a:t>
            </a:fld>
            <a:r>
              <a:rPr lang="en-IN" dirty="0"/>
              <a:t> 75</a:t>
            </a:r>
          </a:p>
        </p:txBody>
      </p:sp>
    </p:spTree>
    <p:extLst>
      <p:ext uri="{BB962C8B-B14F-4D97-AF65-F5344CB8AC3E}">
        <p14:creationId xmlns:p14="http://schemas.microsoft.com/office/powerpoint/2010/main" val="178751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E308-5323-AE5D-6FA7-ED71A6BA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451D-BD97-7FD0-FF0C-A5112C679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1E600-3BBF-7179-64F8-7BF67858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24DB-6B9A-4615-862D-DCC9162E1D46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049D0-589B-356A-C132-17EC1259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B78BB-28AC-EA14-DC42-29260E08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198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07D0-82DE-FA4A-EADB-1BEC487A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600A5-5C2C-00C3-916A-DF6214BB9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F5CE-74CC-CF22-710E-082B7D80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CEB4-FD16-4B07-9207-FB300F7B14E0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AAAD5-EBF3-6851-32E4-D4FBA96C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3601-9A03-2F15-2F0A-327D55FF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87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6E04-DE19-84EF-6EAD-5E68D54F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36FCB-7A4F-B695-D2E9-54090A9445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C53CD-6C00-99BA-5BD0-0E766D390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650DD-602A-CC85-5499-22E0FF30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49330-105E-4C2D-A945-D7CB0B65AA0D}" type="datetime1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9BBE1-B537-7E2E-C2C4-08845C67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4B757-EF27-F899-BAF4-B1881173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36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AA2E0-9C62-08C2-AB3E-B35BC5C5A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222F9-75B3-17FE-C283-DD4BECA43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1EB91-21C0-BA49-75C9-60FD0E0EF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01927-DF5C-9C56-8562-7016E6572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C59F2-F071-5440-8C46-00C73B7D0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961286-08BE-878F-F428-4DDDD6BC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794-44E1-4BEF-BC28-A1686AB91B35}" type="datetime1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F68E0-6F17-B4CD-53C3-DFC16469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AC4CBA-01B5-C2C4-5335-B4EB35E5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339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3B32-7417-39CF-B839-3EEB29A1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A2FE7-36B6-6E9C-5856-38F958DD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309A1-C81B-427D-BCEA-27B741B28E1A}" type="datetime1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31B30-D694-3C06-A324-C1D89994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F9968-5814-8F57-EE5C-05F51ABB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53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244DA-A9F6-ED5C-2118-0A44894C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757F5-B3DD-41B2-8AD1-E2C7F01E8325}" type="datetime1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00EC8-C1AB-B577-EA4E-7D2E7D7F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9834-7C1C-DD95-00F7-1046CC02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0408B-6746-EBBF-A1B8-482E0D54E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A8A51-0194-E201-F62E-7028F4490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DF6D2-0007-C8C6-5E66-A73252FA5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9C60F-EE63-63C0-A3C9-201A1DEB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2F12-6279-426C-8A42-8E638B69DA5E}" type="datetime1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88CB9-B2B4-DD3C-DF42-5FF8C80C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FCC53-DC75-9AFB-03C5-B065AC50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66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14FA-37B6-93A5-E0E8-E926B536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E05A2-0EA7-C30C-EFFA-E0B149436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07175-07C8-0612-615D-57BF8C074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36AA1-2BD7-CB7C-1AA4-34D02985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B4110-22B7-47D9-9F58-54C5B302AF6D}" type="datetime1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C2950-CA0B-091E-E2BA-A60E75FD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68AF4-0554-5223-D39A-DA1DC68D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63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9AE2-374C-4EF3-9532-31D0CE1D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2E305-5684-04F7-337B-C867ECD39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44A89-E93B-DDA0-25FF-C2242EE9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75400-B1DF-4AF6-AB50-CBCE8962669C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DB2AC-EE20-661D-48EC-09C572C9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2A3F4-0238-70CC-420E-0F280FEC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956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41AF6-9AAD-E282-9DDD-E66CF88AD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F3A46-D4B7-3837-9A94-A663DE2A2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33946-DFAA-48C8-71CA-3B2501710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8D284-3CDB-49DE-A927-05878722C64F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106D7-F25C-47BB-2611-089736A8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811E5-1590-562C-784B-5F2A1B3D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82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F6F91-B629-DA42-57EF-31DA782B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ECB1-08ED-AF18-FDF8-8FE7F9F7D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C7C5D-06B8-2007-9878-FF4B74A5D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B7110-61B4-45BA-A110-4FCE83D5E720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8ADC9-EB89-D372-7DE5-F164AC424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E92DD-B99B-9C26-E756-4CB70ABD4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72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A8B0-3C3E-4DAC-946D-F1A2452D5558}" type="datetime1">
              <a:rPr lang="en-IN" smtClean="0">
                <a:solidFill>
                  <a:srgbClr val="E77E69"/>
                </a:solidFill>
              </a:rPr>
              <a:t>18-09-2026</a:t>
            </a:fld>
            <a:endParaRPr lang="en-IN" dirty="0">
              <a:solidFill>
                <a:srgbClr val="E77E6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>
                <a:solidFill>
                  <a:srgbClr val="E77E69"/>
                </a:solidFill>
              </a:rPr>
              <a:t>1</a:t>
            </a:fld>
            <a:endParaRPr lang="en-IN" dirty="0">
              <a:solidFill>
                <a:srgbClr val="E77E69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880" y="223842"/>
            <a:ext cx="2174240" cy="15174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4698" y="1714110"/>
            <a:ext cx="98226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AI-Based Brain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925" y="2751597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- 1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3361" y="3102396"/>
            <a:ext cx="2185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AIML-C16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7754" y="4841655"/>
            <a:ext cx="3216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CSM, VVIT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6329" y="4315108"/>
            <a:ext cx="260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Batch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548" y="4936546"/>
            <a:ext cx="2825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Udatha</a:t>
            </a:r>
            <a:r>
              <a:rPr lang="en-IN" dirty="0"/>
              <a:t> Suvarna – 23BQ1A61E2</a:t>
            </a:r>
          </a:p>
          <a:p>
            <a:r>
              <a:rPr lang="en-IN" dirty="0"/>
              <a:t>Sammeta Lokeswari– 23BQ1A61C2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9110" y="4936546"/>
            <a:ext cx="28380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Shaik Heena Tabasum– 24BQ5A6115</a:t>
            </a:r>
          </a:p>
          <a:p>
            <a:r>
              <a:rPr lang="en-IN"/>
              <a:t>Thotakura Mahesh– </a:t>
            </a:r>
            <a:r>
              <a:rPr lang="en-IN" dirty="0"/>
              <a:t>24BQ5A6140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6497" y="4315108"/>
            <a:ext cx="1619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</p:txBody>
      </p:sp>
      <p:sp>
        <p:nvSpPr>
          <p:cNvPr id="15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rgbClr val="E77E32"/>
                </a:solidFill>
              </a:rPr>
              <a:t>Dept. CSM @ VVIT</a:t>
            </a:r>
          </a:p>
        </p:txBody>
      </p:sp>
    </p:spTree>
    <p:extLst>
      <p:ext uri="{BB962C8B-B14F-4D97-AF65-F5344CB8AC3E}">
        <p14:creationId xmlns:p14="http://schemas.microsoft.com/office/powerpoint/2010/main" val="501989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2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442960" y="31393"/>
            <a:ext cx="3660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Guide:Mrs.K.Sushma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 23BQ1A61E2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 24BQ5A6115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997974" y="82617"/>
            <a:ext cx="7957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DE75A6-F859-6AE3-D4A7-3A6E04907931}"/>
              </a:ext>
            </a:extLst>
          </p:cNvPr>
          <p:cNvSpPr txBox="1"/>
          <p:nvPr/>
        </p:nvSpPr>
        <p:spPr>
          <a:xfrm>
            <a:off x="426720" y="1057171"/>
            <a:ext cx="11490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Problem Statement</a:t>
            </a:r>
          </a:p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Brain </a:t>
            </a:r>
            <a:r>
              <a:rPr lang="en-IN" dirty="0" err="1"/>
              <a:t>tumors</a:t>
            </a:r>
            <a:r>
              <a:rPr lang="en-IN" dirty="0"/>
              <a:t> are serious medical conditions that require early and accurate detection from MRI images.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Manual analysis of MRI scans is time-consuming and depends on expert radiologists.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Variations in </a:t>
            </a:r>
            <a:r>
              <a:rPr lang="en-IN" dirty="0" err="1"/>
              <a:t>tumor</a:t>
            </a:r>
            <a:r>
              <a:rPr lang="en-IN" dirty="0"/>
              <a:t> shape, size, location and appearance make multi-class classification challenging.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CNN-based models can achieve good performance but may suffer from overfitting and may not focus sufficiently on </a:t>
            </a:r>
            <a:r>
              <a:rPr lang="en-IN" dirty="0" err="1"/>
              <a:t>tumor</a:t>
            </a:r>
            <a:r>
              <a:rPr lang="en-IN" dirty="0"/>
              <a:t>-relevant regions.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Deep learning models often behave as black boxes, making their predictions difficult to interpret.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There is a need for an accurate and explainable deep learning model for multi-class brain </a:t>
            </a:r>
            <a:r>
              <a:rPr lang="en-IN" dirty="0" err="1"/>
              <a:t>tumor</a:t>
            </a:r>
            <a:r>
              <a:rPr lang="en-IN" dirty="0"/>
              <a:t> detection.</a:t>
            </a:r>
          </a:p>
          <a:p>
            <a:r>
              <a:rPr lang="en-IN" b="1" dirty="0"/>
              <a:t>Proposed Solution</a:t>
            </a:r>
          </a:p>
          <a:p>
            <a:endParaRPr lang="en-IN" b="1" dirty="0"/>
          </a:p>
          <a:p>
            <a:r>
              <a:rPr lang="en-IN" dirty="0"/>
              <a:t>Develop an </a:t>
            </a:r>
            <a:r>
              <a:rPr lang="en-IN" b="1" dirty="0"/>
              <a:t>Explainable AI-Based Brain </a:t>
            </a:r>
            <a:r>
              <a:rPr lang="en-IN" b="1" dirty="0" err="1"/>
              <a:t>Tumor</a:t>
            </a:r>
            <a:r>
              <a:rPr lang="en-IN" b="1" dirty="0"/>
              <a:t> Detection System</a:t>
            </a:r>
            <a:r>
              <a:rPr lang="en-IN" dirty="0"/>
              <a:t> using: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Enhanced CNN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Batch Normalization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CBAM Attention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Dropout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Grad-CAM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Multi-Class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26644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3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432800" y="31393"/>
            <a:ext cx="3670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6718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8400" y="862390"/>
            <a:ext cx="9408160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50" b="1" dirty="0"/>
              <a:t>Ref 01 –</a:t>
            </a:r>
            <a:r>
              <a:rPr lang="en-IN" sz="1550" dirty="0"/>
              <a:t>Explainable CNN for Brain </a:t>
            </a:r>
            <a:r>
              <a:rPr lang="en-IN" sz="1550" dirty="0" err="1"/>
              <a:t>Tumor</a:t>
            </a:r>
            <a:r>
              <a:rPr lang="en-IN" sz="1550" dirty="0"/>
              <a:t> Detection and Classification through XAI Based Key Features Identification</a:t>
            </a:r>
          </a:p>
          <a:p>
            <a:r>
              <a:rPr lang="en-IN" sz="1550" dirty="0"/>
              <a:t>Iftikhar et al., 2025  | Brain Informatics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FF4592F-6EA0-3C2D-F7FC-FA838D794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437143"/>
              </p:ext>
            </p:extLst>
          </p:nvPr>
        </p:nvGraphicFramePr>
        <p:xfrm>
          <a:off x="924560" y="1879600"/>
          <a:ext cx="10129520" cy="36169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64760">
                  <a:extLst>
                    <a:ext uri="{9D8B030D-6E8A-4147-A177-3AD203B41FA5}">
                      <a16:colId xmlns:a16="http://schemas.microsoft.com/office/drawing/2014/main" val="2055362522"/>
                    </a:ext>
                  </a:extLst>
                </a:gridCol>
                <a:gridCol w="5064760">
                  <a:extLst>
                    <a:ext uri="{9D8B030D-6E8A-4147-A177-3AD203B41FA5}">
                      <a16:colId xmlns:a16="http://schemas.microsoft.com/office/drawing/2014/main" val="3394312223"/>
                    </a:ext>
                  </a:extLst>
                </a:gridCol>
              </a:tblGrid>
              <a:tr h="421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Proposed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974611"/>
                  </a:ext>
                </a:extLst>
              </a:tr>
              <a:tr h="55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Black-box CNN predictions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Grad-CAM, SHAP and LIME for explanations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435215"/>
                  </a:ext>
                </a:extLst>
              </a:tr>
              <a:tr h="421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model 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 interpretable feature insights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286219"/>
                  </a:ext>
                </a:extLst>
              </a:tr>
              <a:tr h="55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Difficulty identifying important tumor regions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Grad-CAM to highlight relevant regions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378878"/>
                  </a:ext>
                </a:extLst>
              </a:tr>
              <a:tr h="55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Difficulty understanding feature contributions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SHAP for feature importance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475496"/>
                  </a:ext>
                </a:extLst>
              </a:tr>
              <a:tr h="55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Difficulty explaining individual predictions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LIME for local explanations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234263"/>
                  </a:ext>
                </a:extLst>
              </a:tr>
              <a:tr h="55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Need to identify relevant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Perform XAI-based key feature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1993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065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4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7" y="877163"/>
            <a:ext cx="2160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503920" y="31393"/>
            <a:ext cx="35995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6972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499360" y="895175"/>
            <a:ext cx="947337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50" b="1" dirty="0"/>
              <a:t>Ref 01 – </a:t>
            </a:r>
            <a:r>
              <a:rPr lang="en-IN" sz="1550" dirty="0"/>
              <a:t>Explainable CNN for Brain </a:t>
            </a:r>
            <a:r>
              <a:rPr lang="en-IN" sz="1550" dirty="0" err="1"/>
              <a:t>Tumor</a:t>
            </a:r>
            <a:r>
              <a:rPr lang="en-IN" sz="1550" dirty="0"/>
              <a:t> Detection and Classification through XAI Based Key Features Identification</a:t>
            </a:r>
          </a:p>
          <a:p>
            <a:r>
              <a:rPr lang="en-IN" sz="1550" dirty="0"/>
              <a:t>Iftikhar et al., 2025  | Brain Informatics</a:t>
            </a: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4705EF-2D52-0DF7-7C5B-107AEF19F38B}"/>
              </a:ext>
            </a:extLst>
          </p:cNvPr>
          <p:cNvSpPr txBox="1"/>
          <p:nvPr/>
        </p:nvSpPr>
        <p:spPr>
          <a:xfrm>
            <a:off x="600995" y="1946170"/>
            <a:ext cx="103632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 &amp; Setup </a:t>
            </a:r>
          </a:p>
          <a:p>
            <a:endParaRPr lang="en-IN" b="1" dirty="0"/>
          </a:p>
          <a:p>
            <a:pPr lvl="0"/>
            <a:r>
              <a:rPr lang="en-IN" b="1" dirty="0"/>
              <a:t>Dataset:</a:t>
            </a:r>
            <a:r>
              <a:rPr lang="en-IN" dirty="0"/>
              <a:t> Publicly available brain MRI datasets. </a:t>
            </a:r>
          </a:p>
          <a:p>
            <a:pPr lvl="0"/>
            <a:r>
              <a:rPr lang="en-IN" b="1" dirty="0"/>
              <a:t>Input:</a:t>
            </a:r>
            <a:r>
              <a:rPr lang="en-IN" dirty="0"/>
              <a:t> Brain MRI images from 4 classes – glioma, meningioma, pituitary </a:t>
            </a:r>
            <a:r>
              <a:rPr lang="en-IN" dirty="0" err="1"/>
              <a:t>tumor</a:t>
            </a:r>
            <a:r>
              <a:rPr lang="en-IN" dirty="0"/>
              <a:t>, and no </a:t>
            </a:r>
            <a:r>
              <a:rPr lang="en-IN" dirty="0" err="1"/>
              <a:t>tumor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Preprocessing:</a:t>
            </a:r>
            <a:r>
              <a:rPr lang="en-IN" dirty="0"/>
              <a:t> Image resizing and normalization. </a:t>
            </a:r>
          </a:p>
          <a:p>
            <a:pPr lvl="0"/>
            <a:r>
              <a:rPr lang="en-IN" b="1" dirty="0"/>
              <a:t>Features:</a:t>
            </a:r>
            <a:r>
              <a:rPr lang="en-IN" dirty="0"/>
              <a:t> </a:t>
            </a:r>
            <a:r>
              <a:rPr lang="en-IN" dirty="0" err="1"/>
              <a:t>Tumor</a:t>
            </a:r>
            <a:r>
              <a:rPr lang="en-IN" dirty="0"/>
              <a:t>-related visual features extracted by the CNN; XAI is used to identify important features. </a:t>
            </a:r>
          </a:p>
          <a:p>
            <a:pPr lvl="0"/>
            <a:r>
              <a:rPr lang="en-IN" b="1" dirty="0"/>
              <a:t>Model:</a:t>
            </a:r>
            <a:r>
              <a:rPr lang="en-IN" dirty="0"/>
              <a:t> CNN-based architecture for multi-class brain </a:t>
            </a:r>
            <a:r>
              <a:rPr lang="en-IN" dirty="0" err="1"/>
              <a:t>tumor</a:t>
            </a:r>
            <a:r>
              <a:rPr lang="en-IN" dirty="0"/>
              <a:t> classification. </a:t>
            </a:r>
          </a:p>
          <a:p>
            <a:pPr lvl="0"/>
            <a:r>
              <a:rPr lang="en-IN" b="1" dirty="0"/>
              <a:t>XAI:</a:t>
            </a:r>
            <a:r>
              <a:rPr lang="en-IN" dirty="0"/>
              <a:t> Grad-CAM, SHAP and LIME for explaining predictions and identifying important regions/features. </a:t>
            </a:r>
          </a:p>
          <a:p>
            <a:pPr lvl="0"/>
            <a:r>
              <a:rPr lang="en-IN" b="1" dirty="0"/>
              <a:t>Evaluation:</a:t>
            </a:r>
            <a:r>
              <a:rPr lang="en-IN" dirty="0"/>
              <a:t> Accuracy, Precision, Recall and F1-score. </a:t>
            </a:r>
          </a:p>
        </p:txBody>
      </p:sp>
    </p:spTree>
    <p:extLst>
      <p:ext uri="{BB962C8B-B14F-4D97-AF65-F5344CB8AC3E}">
        <p14:creationId xmlns:p14="http://schemas.microsoft.com/office/powerpoint/2010/main" val="387612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5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483600" y="31393"/>
            <a:ext cx="36199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No:24BQ516115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6"/>
            <a:ext cx="6687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87600" y="862390"/>
            <a:ext cx="971590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50" b="1" dirty="0"/>
              <a:t>Ref 01 – </a:t>
            </a:r>
            <a:r>
              <a:rPr lang="en-IN" sz="1550" dirty="0"/>
              <a:t>Explainable CNN for Brain </a:t>
            </a:r>
            <a:r>
              <a:rPr lang="en-IN" sz="1550" dirty="0" err="1"/>
              <a:t>Tumor</a:t>
            </a:r>
            <a:r>
              <a:rPr lang="en-IN" sz="1550" dirty="0"/>
              <a:t> Detection and Classification through XAI Based Key Features Identification</a:t>
            </a:r>
          </a:p>
          <a:p>
            <a:r>
              <a:rPr lang="en-IN" sz="1550" dirty="0"/>
              <a:t>Iftikhar et al., 2025  | Brain Informatics</a:t>
            </a:r>
          </a:p>
          <a:p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1F1E48-B279-7EEF-4A07-9F96A23FB3FC}"/>
              </a:ext>
            </a:extLst>
          </p:cNvPr>
          <p:cNvSpPr txBox="1"/>
          <p:nvPr/>
        </p:nvSpPr>
        <p:spPr>
          <a:xfrm>
            <a:off x="762000" y="1940560"/>
            <a:ext cx="971590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Results </a:t>
            </a:r>
          </a:p>
          <a:p>
            <a:endParaRPr lang="en-IN" b="1" dirty="0"/>
          </a:p>
          <a:p>
            <a:pPr lvl="0"/>
            <a:r>
              <a:rPr lang="en-IN" b="1" dirty="0"/>
              <a:t>Accuracy:</a:t>
            </a:r>
            <a:r>
              <a:rPr lang="en-IN" dirty="0"/>
              <a:t> 99.21% on Dataset-1 </a:t>
            </a:r>
          </a:p>
          <a:p>
            <a:pPr lvl="0"/>
            <a:r>
              <a:rPr lang="en-IN" b="1" dirty="0"/>
              <a:t>Unseen Dataset Accuracy:</a:t>
            </a:r>
            <a:r>
              <a:rPr lang="en-IN" dirty="0"/>
              <a:t> 94.72% </a:t>
            </a:r>
          </a:p>
          <a:p>
            <a:pPr lvl="0"/>
            <a:r>
              <a:rPr lang="en-IN" b="1" dirty="0"/>
              <a:t>Classification:</a:t>
            </a:r>
            <a:r>
              <a:rPr lang="en-IN" dirty="0"/>
              <a:t> Four brain </a:t>
            </a:r>
            <a:r>
              <a:rPr lang="en-IN" dirty="0" err="1"/>
              <a:t>tumor</a:t>
            </a:r>
            <a:r>
              <a:rPr lang="en-IN" dirty="0"/>
              <a:t> classes were classified. </a:t>
            </a:r>
          </a:p>
          <a:p>
            <a:pPr lvl="0"/>
            <a:r>
              <a:rPr lang="en-IN" b="1" dirty="0"/>
              <a:t>Grad-CAM:</a:t>
            </a:r>
            <a:r>
              <a:rPr lang="en-IN" dirty="0"/>
              <a:t> Identified important abnormal/</a:t>
            </a:r>
            <a:r>
              <a:rPr lang="en-IN" dirty="0" err="1"/>
              <a:t>tumor</a:t>
            </a:r>
            <a:r>
              <a:rPr lang="en-IN" dirty="0"/>
              <a:t>-related regions in MRI images. </a:t>
            </a:r>
          </a:p>
          <a:p>
            <a:pPr lvl="0"/>
            <a:r>
              <a:rPr lang="en-IN" b="1" dirty="0"/>
              <a:t>SHAP:</a:t>
            </a:r>
            <a:r>
              <a:rPr lang="en-IN" dirty="0"/>
              <a:t> Provided information about important feature contributions. </a:t>
            </a:r>
          </a:p>
          <a:p>
            <a:pPr lvl="0"/>
            <a:r>
              <a:rPr lang="en-IN" b="1" dirty="0"/>
              <a:t>LIME:</a:t>
            </a:r>
            <a:r>
              <a:rPr lang="en-IN" dirty="0"/>
              <a:t> Provided local explanations for individual predictions. </a:t>
            </a:r>
          </a:p>
          <a:p>
            <a:pPr lvl="0"/>
            <a:r>
              <a:rPr lang="en-IN" b="1" dirty="0"/>
              <a:t>XAI-based Analysis:</a:t>
            </a:r>
            <a:r>
              <a:rPr lang="en-IN" dirty="0"/>
              <a:t> Supported model transparency and identification of relevant abnormal features.</a:t>
            </a:r>
          </a:p>
        </p:txBody>
      </p:sp>
    </p:spTree>
    <p:extLst>
      <p:ext uri="{BB962C8B-B14F-4D97-AF65-F5344CB8AC3E}">
        <p14:creationId xmlns:p14="http://schemas.microsoft.com/office/powerpoint/2010/main" val="2206479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6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402320" y="31393"/>
            <a:ext cx="3701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8" y="82617"/>
            <a:ext cx="6582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9736" y="862390"/>
            <a:ext cx="990377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50" b="1" dirty="0"/>
              <a:t>Ref 01 – </a:t>
            </a:r>
            <a:r>
              <a:rPr lang="en-IN" sz="1550" dirty="0"/>
              <a:t>Explainable CNN for Brain </a:t>
            </a:r>
            <a:r>
              <a:rPr lang="en-IN" sz="1550" dirty="0" err="1"/>
              <a:t>Tumor</a:t>
            </a:r>
            <a:r>
              <a:rPr lang="en-IN" sz="1550" dirty="0"/>
              <a:t> Detection and Classification through XAI Based Key Features Identification</a:t>
            </a:r>
          </a:p>
          <a:p>
            <a:r>
              <a:rPr lang="en-IN" sz="1550" dirty="0"/>
              <a:t>Iftikhar et al., 2025  | Brain Informatics</a:t>
            </a:r>
          </a:p>
          <a:p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264159" y="2177749"/>
            <a:ext cx="5699760" cy="3619221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lnSpc>
                <a:spcPct val="200000"/>
              </a:lnSpc>
            </a:pPr>
            <a:r>
              <a:rPr lang="en-IN" dirty="0">
                <a:solidFill>
                  <a:schemeClr val="tx1"/>
                </a:solidFill>
              </a:rPr>
              <a:t>Uses XAI techniques such as Grad-CAM, SHAP and LIME.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solidFill>
                  <a:schemeClr val="tx1"/>
                </a:solidFill>
              </a:rPr>
              <a:t>Identifies important </a:t>
            </a:r>
            <a:r>
              <a:rPr lang="en-IN" dirty="0" err="1">
                <a:solidFill>
                  <a:schemeClr val="tx1"/>
                </a:solidFill>
              </a:rPr>
              <a:t>tumor</a:t>
            </a:r>
            <a:r>
              <a:rPr lang="en-IN" dirty="0">
                <a:solidFill>
                  <a:schemeClr val="tx1"/>
                </a:solidFill>
              </a:rPr>
              <a:t>-related regions in MRI images.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solidFill>
                  <a:schemeClr val="tx1"/>
                </a:solidFill>
              </a:rPr>
              <a:t>Classifies four brain </a:t>
            </a:r>
            <a:r>
              <a:rPr lang="en-IN" dirty="0" err="1">
                <a:solidFill>
                  <a:schemeClr val="tx1"/>
                </a:solidFill>
              </a:rPr>
              <a:t>tumor</a:t>
            </a:r>
            <a:r>
              <a:rPr lang="en-IN" dirty="0">
                <a:solidFill>
                  <a:schemeClr val="tx1"/>
                </a:solidFill>
              </a:rPr>
              <a:t> classes.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solidFill>
                  <a:schemeClr val="tx1"/>
                </a:solidFill>
              </a:rPr>
              <a:t>Improves model transparency by explaining predictions.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solidFill>
                  <a:schemeClr val="tx1"/>
                </a:solidFill>
              </a:rPr>
              <a:t>Reduces model complexity by removing less-contributing layers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29975" y="2221834"/>
            <a:ext cx="5699760" cy="3601351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lnSpc>
                <a:spcPct val="200000"/>
              </a:lnSpc>
            </a:pPr>
            <a:r>
              <a:rPr lang="en-IN" dirty="0">
                <a:solidFill>
                  <a:schemeClr val="tx1"/>
                </a:solidFill>
              </a:rPr>
              <a:t>Focused only on brain MRI images.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solidFill>
                  <a:schemeClr val="tx1"/>
                </a:solidFill>
              </a:rPr>
              <a:t>Not all XAI methods were evaluated.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solidFill>
                  <a:schemeClr val="tx1"/>
                </a:solidFill>
              </a:rPr>
              <a:t>Limited validation on diverse datasets.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solidFill>
                  <a:schemeClr val="tx1"/>
                </a:solidFill>
              </a:rPr>
              <a:t>Further clinical validation is required.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solidFill>
                  <a:schemeClr val="tx1"/>
                </a:solidFill>
              </a:rPr>
              <a:t>Generalization to other MRI datasets needs evaluation.</a:t>
            </a:r>
          </a:p>
          <a:p>
            <a:pPr lvl="0">
              <a:lnSpc>
                <a:spcPct val="200000"/>
              </a:lnSpc>
            </a:pPr>
            <a:endParaRPr lang="en-IN" dirty="0">
              <a:solidFill>
                <a:schemeClr val="tx1"/>
              </a:solidFill>
            </a:endParaRPr>
          </a:p>
          <a:p>
            <a:pPr lvl="0"/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3421589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60753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7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521814" y="31393"/>
            <a:ext cx="3581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287628" y="106022"/>
            <a:ext cx="6439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9736" y="862390"/>
            <a:ext cx="990377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50" b="1" dirty="0"/>
              <a:t>Ref 01 – </a:t>
            </a:r>
            <a:r>
              <a:rPr lang="en-IN" sz="1550" dirty="0"/>
              <a:t>Explainable CNN for Brain </a:t>
            </a:r>
            <a:r>
              <a:rPr lang="en-IN" sz="1550" dirty="0" err="1"/>
              <a:t>Tumor</a:t>
            </a:r>
            <a:r>
              <a:rPr lang="en-IN" sz="1550" dirty="0"/>
              <a:t> Detection and Classification through XAI Based Key Features Identification</a:t>
            </a:r>
          </a:p>
          <a:p>
            <a:r>
              <a:rPr lang="en-IN" sz="1550" dirty="0"/>
              <a:t>Iftikhar et al., 2025  | Brain Informatics</a:t>
            </a: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AA4E9-2E15-9D0C-C94B-93E17226C9EC}"/>
              </a:ext>
            </a:extLst>
          </p:cNvPr>
          <p:cNvSpPr txBox="1"/>
          <p:nvPr/>
        </p:nvSpPr>
        <p:spPr>
          <a:xfrm>
            <a:off x="436880" y="1889760"/>
            <a:ext cx="1058672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Relevance to My Research</a:t>
            </a:r>
          </a:p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Shows how XAI techniques such as Grad-CAM, SHAP and LIME can explain deep learning predictions.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Tumor</a:t>
            </a:r>
            <a:r>
              <a:rPr lang="en-IN" dirty="0"/>
              <a:t>-related regions identified by XAI can help understand model decisions.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Important feature insights can reveal which MRI patterns influence classification.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XAI explanations can improve model transparency and support model refinement.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Helps identify relevant abnormal features for more meaningful brain </a:t>
            </a:r>
            <a:r>
              <a:rPr lang="en-IN" dirty="0" err="1"/>
              <a:t>tumor</a:t>
            </a:r>
            <a:r>
              <a:rPr lang="en-IN" dirty="0"/>
              <a:t> classification.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These ideas provide a foundation for developing an explainable brain </a:t>
            </a:r>
            <a:r>
              <a:rPr lang="en-IN" dirty="0" err="1"/>
              <a:t>tumor</a:t>
            </a:r>
            <a:r>
              <a:rPr lang="en-IN" dirty="0"/>
              <a:t> detection model using enhanced CNN and Grad-CAM.</a:t>
            </a:r>
          </a:p>
        </p:txBody>
      </p:sp>
    </p:spTree>
    <p:extLst>
      <p:ext uri="{BB962C8B-B14F-4D97-AF65-F5344CB8AC3E}">
        <p14:creationId xmlns:p14="http://schemas.microsoft.com/office/powerpoint/2010/main" val="1218590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8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524240" y="31393"/>
            <a:ext cx="3579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6"/>
            <a:ext cx="6322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9840" y="862390"/>
            <a:ext cx="957366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02 – </a:t>
            </a:r>
            <a:r>
              <a:rPr lang="en-IN" sz="1600" dirty="0"/>
              <a:t>Boosting Brain </a:t>
            </a:r>
            <a:r>
              <a:rPr lang="en-IN" sz="1600" dirty="0" err="1"/>
              <a:t>Tumor</a:t>
            </a:r>
            <a:r>
              <a:rPr lang="en-IN" sz="1600" dirty="0"/>
              <a:t> Detection with an Optimized </a:t>
            </a:r>
            <a:r>
              <a:rPr lang="en-IN" sz="1600" dirty="0" err="1"/>
              <a:t>ResNet</a:t>
            </a:r>
            <a:r>
              <a:rPr lang="en-IN" sz="1600" dirty="0"/>
              <a:t> and Explainability via Grad-CAM and LIME</a:t>
            </a:r>
          </a:p>
          <a:p>
            <a:r>
              <a:rPr lang="en-IN" sz="1600" dirty="0"/>
              <a:t>Afnaan et al., 2025 | Brain Informatics </a:t>
            </a:r>
          </a:p>
          <a:p>
            <a:endParaRPr lang="en-IN" sz="1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5DE7BD-5146-824E-D3BE-23C70AE0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998782"/>
              </p:ext>
            </p:extLst>
          </p:nvPr>
        </p:nvGraphicFramePr>
        <p:xfrm>
          <a:off x="838200" y="1898604"/>
          <a:ext cx="10515600" cy="338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4297730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78131788"/>
                    </a:ext>
                  </a:extLst>
                </a:gridCol>
              </a:tblGrid>
              <a:tr h="48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Proposed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176253"/>
                  </a:ext>
                </a:extLst>
              </a:tr>
              <a:tr h="48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 overfitting during model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Dropout layer for regularization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565926"/>
                  </a:ext>
                </a:extLst>
              </a:tr>
              <a:tr h="48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feature extraction from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Squeeze-and-Excitation (SE) block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943371"/>
                  </a:ext>
                </a:extLst>
              </a:tr>
              <a:tr h="48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fine-tuning of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Unfreeze the last 10 layers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087924"/>
                  </a:ext>
                </a:extLst>
              </a:tr>
              <a:tr h="48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Inefficient learning rate during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Dynamic learning-rate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6722391"/>
                  </a:ext>
                </a:extLst>
              </a:tr>
              <a:tr h="48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Black-box nature of predictions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Grad-CAM and LIME explanations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7126564"/>
                  </a:ext>
                </a:extLst>
              </a:tr>
              <a:tr h="48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 reliable model performance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Ablation study on 3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457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012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9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547734" y="31393"/>
            <a:ext cx="3555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6"/>
            <a:ext cx="6582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9736" y="862390"/>
            <a:ext cx="990377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02 –  </a:t>
            </a:r>
            <a:r>
              <a:rPr lang="en-IN" sz="1600" dirty="0"/>
              <a:t>Boosting Brain </a:t>
            </a:r>
            <a:r>
              <a:rPr lang="en-IN" sz="1600" dirty="0" err="1"/>
              <a:t>Tumor</a:t>
            </a:r>
            <a:r>
              <a:rPr lang="en-IN" sz="1600" dirty="0"/>
              <a:t> Detection with an Optimized </a:t>
            </a:r>
            <a:r>
              <a:rPr lang="en-IN" sz="1600" dirty="0" err="1"/>
              <a:t>ResNet</a:t>
            </a:r>
            <a:r>
              <a:rPr lang="en-IN" sz="1600" dirty="0"/>
              <a:t> and Explainability via Grad-CAM and LIME</a:t>
            </a:r>
          </a:p>
          <a:p>
            <a:r>
              <a:rPr lang="en-IN" sz="1600" dirty="0"/>
              <a:t>Afnaan et al., 2025 | Brain Informatics </a:t>
            </a: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0073F-0D4D-B3F7-82EB-E5053C2983FB}"/>
              </a:ext>
            </a:extLst>
          </p:cNvPr>
          <p:cNvSpPr txBox="1"/>
          <p:nvPr/>
        </p:nvSpPr>
        <p:spPr>
          <a:xfrm>
            <a:off x="701040" y="1964182"/>
            <a:ext cx="800608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 &amp; Setup </a:t>
            </a:r>
          </a:p>
          <a:p>
            <a:endParaRPr lang="en-IN" b="1" dirty="0"/>
          </a:p>
          <a:p>
            <a:pPr lvl="0"/>
            <a:r>
              <a:rPr lang="en-IN" b="1" dirty="0"/>
              <a:t>Dataset:</a:t>
            </a:r>
            <a:r>
              <a:rPr lang="en-IN" dirty="0"/>
              <a:t> Three publicly available brain MRI datasets were used </a:t>
            </a:r>
          </a:p>
          <a:p>
            <a:pPr lvl="0"/>
            <a:r>
              <a:rPr lang="en-IN" b="1" dirty="0"/>
              <a:t>Input:</a:t>
            </a:r>
            <a:r>
              <a:rPr lang="en-IN" dirty="0"/>
              <a:t> Four-class grayscale brain MRI images were used </a:t>
            </a:r>
          </a:p>
          <a:p>
            <a:pPr lvl="0"/>
            <a:r>
              <a:rPr lang="en-IN" b="1" dirty="0"/>
              <a:t>Preprocessing:</a:t>
            </a:r>
            <a:r>
              <a:rPr lang="en-IN" dirty="0"/>
              <a:t> Images underwent resizing and one-hot encoding </a:t>
            </a:r>
          </a:p>
          <a:p>
            <a:pPr lvl="0"/>
            <a:r>
              <a:rPr lang="en-IN" b="1" dirty="0"/>
              <a:t>Dataset 1:</a:t>
            </a:r>
            <a:r>
              <a:rPr lang="en-IN" dirty="0"/>
              <a:t> Contains 394 MRI images across four classes </a:t>
            </a:r>
          </a:p>
          <a:p>
            <a:pPr lvl="0"/>
            <a:r>
              <a:rPr lang="en-IN" b="1" dirty="0"/>
              <a:t>Dataset 2:</a:t>
            </a:r>
            <a:r>
              <a:rPr lang="en-IN" dirty="0"/>
              <a:t> Contains 7,023 MRI images across four classes </a:t>
            </a:r>
          </a:p>
          <a:p>
            <a:pPr lvl="0"/>
            <a:r>
              <a:rPr lang="en-IN" b="1" dirty="0"/>
              <a:t>Model:</a:t>
            </a:r>
            <a:r>
              <a:rPr lang="en-IN" dirty="0"/>
              <a:t> Enhanced </a:t>
            </a:r>
            <a:r>
              <a:rPr lang="en-IN" dirty="0" err="1"/>
              <a:t>ResNet</a:t>
            </a:r>
            <a:r>
              <a:rPr lang="en-IN" dirty="0"/>
              <a:t> with SE block was used </a:t>
            </a:r>
          </a:p>
          <a:p>
            <a:pPr lvl="0"/>
            <a:r>
              <a:rPr lang="en-IN" b="1" dirty="0"/>
              <a:t>XAI:</a:t>
            </a:r>
            <a:r>
              <a:rPr lang="en-IN" dirty="0"/>
              <a:t> Grad-CAM and LIME provided model explanations </a:t>
            </a:r>
          </a:p>
          <a:p>
            <a:pPr lvl="0"/>
            <a:r>
              <a:rPr lang="en-IN" b="1" dirty="0"/>
              <a:t>Evaluation:</a:t>
            </a:r>
            <a:r>
              <a:rPr lang="en-IN" dirty="0"/>
              <a:t> Accuracy, Precision, Recall, and F1-score were measured</a:t>
            </a:r>
          </a:p>
        </p:txBody>
      </p:sp>
    </p:spTree>
    <p:extLst>
      <p:ext uri="{BB962C8B-B14F-4D97-AF65-F5344CB8AC3E}">
        <p14:creationId xmlns:p14="http://schemas.microsoft.com/office/powerpoint/2010/main" val="398191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10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310880" y="31393"/>
            <a:ext cx="3792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6582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96545" y="862390"/>
            <a:ext cx="9706963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02 – </a:t>
            </a:r>
            <a:r>
              <a:rPr lang="en-IN" sz="1600" dirty="0"/>
              <a:t>Boosting Brain </a:t>
            </a:r>
            <a:r>
              <a:rPr lang="en-IN" sz="1600" dirty="0" err="1"/>
              <a:t>Tumor</a:t>
            </a:r>
            <a:r>
              <a:rPr lang="en-IN" sz="1600" dirty="0"/>
              <a:t> Detection with an Optimized </a:t>
            </a:r>
            <a:r>
              <a:rPr lang="en-IN" sz="1600" dirty="0" err="1"/>
              <a:t>ResNet</a:t>
            </a:r>
            <a:r>
              <a:rPr lang="en-IN" sz="1600" dirty="0"/>
              <a:t> and Explainability via Grad-CAM and LIME</a:t>
            </a:r>
          </a:p>
          <a:p>
            <a:r>
              <a:rPr lang="en-IN" sz="1600" dirty="0"/>
              <a:t>Afnaan et al., 2025 | Brain Informatics </a:t>
            </a: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7D37C8-8467-058A-5F9E-3F3C9CB06A35}"/>
              </a:ext>
            </a:extLst>
          </p:cNvPr>
          <p:cNvSpPr txBox="1"/>
          <p:nvPr/>
        </p:nvSpPr>
        <p:spPr>
          <a:xfrm>
            <a:off x="731520" y="1992631"/>
            <a:ext cx="1033272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Results </a:t>
            </a:r>
          </a:p>
          <a:p>
            <a:endParaRPr lang="en-IN" sz="2000" b="1" dirty="0"/>
          </a:p>
          <a:p>
            <a:pPr lvl="0"/>
            <a:r>
              <a:rPr lang="en-IN" b="1" dirty="0"/>
              <a:t>Dataset 1:</a:t>
            </a:r>
            <a:r>
              <a:rPr lang="en-IN" dirty="0"/>
              <a:t> Achieved 97.27% test accuracy on 394 MRI images </a:t>
            </a:r>
          </a:p>
          <a:p>
            <a:pPr lvl="0"/>
            <a:r>
              <a:rPr lang="en-IN" b="1" dirty="0"/>
              <a:t>Dataset 2:</a:t>
            </a:r>
            <a:r>
              <a:rPr lang="en-IN" dirty="0"/>
              <a:t> Achieved 99.65% test accuracy on 7,023 MRI images </a:t>
            </a:r>
          </a:p>
          <a:p>
            <a:pPr lvl="0"/>
            <a:r>
              <a:rPr lang="en-IN" b="1" dirty="0"/>
              <a:t>Dataset 3:</a:t>
            </a:r>
            <a:r>
              <a:rPr lang="en-IN" dirty="0"/>
              <a:t> Achieved 99.22% test accuracy on the merged dataset </a:t>
            </a:r>
          </a:p>
          <a:p>
            <a:pPr lvl="0"/>
            <a:r>
              <a:rPr lang="en-IN" b="1" dirty="0"/>
              <a:t>Precision:</a:t>
            </a:r>
            <a:r>
              <a:rPr lang="en-IN" dirty="0"/>
              <a:t> Achieved high precision, reaching 0.997 on Dataset 2 </a:t>
            </a:r>
          </a:p>
          <a:p>
            <a:pPr lvl="0"/>
            <a:r>
              <a:rPr lang="en-IN" b="1" dirty="0"/>
              <a:t>Recall:</a:t>
            </a:r>
            <a:r>
              <a:rPr lang="en-IN" dirty="0"/>
              <a:t> Achieved high recall, reaching 0.994 on Dataset 2 </a:t>
            </a:r>
          </a:p>
          <a:p>
            <a:pPr lvl="0"/>
            <a:r>
              <a:rPr lang="en-IN" b="1" dirty="0"/>
              <a:t>Classification:</a:t>
            </a:r>
            <a:r>
              <a:rPr lang="en-IN" dirty="0"/>
              <a:t> Successfully classified four brain </a:t>
            </a:r>
            <a:r>
              <a:rPr lang="en-IN" dirty="0" err="1"/>
              <a:t>tumor</a:t>
            </a:r>
            <a:r>
              <a:rPr lang="en-IN" dirty="0"/>
              <a:t> categories </a:t>
            </a:r>
          </a:p>
          <a:p>
            <a:pPr lvl="0"/>
            <a:r>
              <a:rPr lang="en-IN" b="1" dirty="0"/>
              <a:t>Grad-CAM:</a:t>
            </a:r>
            <a:r>
              <a:rPr lang="en-IN" dirty="0"/>
              <a:t> Highlighted important </a:t>
            </a:r>
            <a:r>
              <a:rPr lang="en-IN" dirty="0" err="1"/>
              <a:t>tumor</a:t>
            </a:r>
            <a:r>
              <a:rPr lang="en-IN" dirty="0"/>
              <a:t>-related regions in MRI images </a:t>
            </a:r>
          </a:p>
          <a:p>
            <a:pPr lvl="0"/>
            <a:r>
              <a:rPr lang="en-IN" b="1" dirty="0"/>
              <a:t>LIME:</a:t>
            </a:r>
            <a:r>
              <a:rPr lang="en-IN" dirty="0"/>
              <a:t> Provided local explanations for individual model predictions </a:t>
            </a:r>
          </a:p>
          <a:p>
            <a:pPr lvl="0"/>
            <a:r>
              <a:rPr lang="en-IN" b="1" dirty="0"/>
              <a:t>Overall Result:</a:t>
            </a:r>
            <a:r>
              <a:rPr lang="en-IN" dirty="0"/>
              <a:t> Enhanced </a:t>
            </a:r>
            <a:r>
              <a:rPr lang="en-IN" dirty="0" err="1"/>
              <a:t>ResNet</a:t>
            </a:r>
            <a:r>
              <a:rPr lang="en-IN" dirty="0"/>
              <a:t> demonstrated high classification performance with explainable predictions</a:t>
            </a:r>
          </a:p>
        </p:txBody>
      </p:sp>
    </p:spTree>
    <p:extLst>
      <p:ext uri="{BB962C8B-B14F-4D97-AF65-F5344CB8AC3E}">
        <p14:creationId xmlns:p14="http://schemas.microsoft.com/office/powerpoint/2010/main" val="3167751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11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547734" y="31393"/>
            <a:ext cx="3555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6582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3399" y="862390"/>
            <a:ext cx="9470109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600" dirty="0"/>
              <a:t>Boosting Brain </a:t>
            </a:r>
            <a:r>
              <a:rPr lang="en-IN" sz="1600" dirty="0" err="1"/>
              <a:t>Tumor</a:t>
            </a:r>
            <a:r>
              <a:rPr lang="en-IN" sz="1600" dirty="0"/>
              <a:t> Detection with an Optimized </a:t>
            </a:r>
            <a:r>
              <a:rPr lang="en-IN" sz="1600" dirty="0" err="1"/>
              <a:t>ResNet</a:t>
            </a:r>
            <a:r>
              <a:rPr lang="en-IN" sz="1600" dirty="0"/>
              <a:t> and Explainability via Grad-CAM and LIME</a:t>
            </a:r>
          </a:p>
          <a:p>
            <a:r>
              <a:rPr lang="en-IN" sz="1600" dirty="0"/>
              <a:t>Afnaan et al., 2025 | Brain Informatics </a:t>
            </a:r>
          </a:p>
          <a:p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26416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Uses three different brain </a:t>
            </a:r>
            <a:r>
              <a:rPr lang="en-IN" dirty="0" err="1">
                <a:solidFill>
                  <a:schemeClr val="tx1"/>
                </a:solidFill>
              </a:rPr>
              <a:t>tumor</a:t>
            </a:r>
            <a:r>
              <a:rPr lang="en-IN" dirty="0">
                <a:solidFill>
                  <a:schemeClr val="tx1"/>
                </a:solidFill>
              </a:rPr>
              <a:t> MRI datasets.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Supports four-class brain </a:t>
            </a:r>
            <a:r>
              <a:rPr lang="en-IN" dirty="0" err="1">
                <a:solidFill>
                  <a:schemeClr val="tx1"/>
                </a:solidFill>
              </a:rPr>
              <a:t>tumor</a:t>
            </a:r>
            <a:r>
              <a:rPr lang="en-IN" dirty="0">
                <a:solidFill>
                  <a:schemeClr val="tx1"/>
                </a:solidFill>
              </a:rPr>
              <a:t> classification.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Enhanced </a:t>
            </a:r>
            <a:r>
              <a:rPr lang="en-IN" dirty="0" err="1">
                <a:solidFill>
                  <a:schemeClr val="tx1"/>
                </a:solidFill>
              </a:rPr>
              <a:t>ResNet</a:t>
            </a:r>
            <a:r>
              <a:rPr lang="en-IN" dirty="0">
                <a:solidFill>
                  <a:schemeClr val="tx1"/>
                </a:solidFill>
              </a:rPr>
              <a:t> improves feature extraction.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Uses Grad-CAM and LIME for explainability.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Uses dynamic learning-rate optimization to improve generalization.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Includes an ablation study to evaluate architectural modifications</a:t>
            </a:r>
            <a:r>
              <a:rPr lang="en-IN" b="1" dirty="0">
                <a:solidFill>
                  <a:schemeClr val="tx1"/>
                </a:solidFill>
              </a:rPr>
              <a:t>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4680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LIME explanations can be diffuse and overlapping.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LIME may not clearly distinguish class-specific features.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Highlighted regions may lack sharp </a:t>
            </a:r>
            <a:r>
              <a:rPr lang="en-IN" dirty="0" err="1">
                <a:solidFill>
                  <a:schemeClr val="tx1"/>
                </a:solidFill>
              </a:rPr>
              <a:t>tumor</a:t>
            </a:r>
            <a:r>
              <a:rPr lang="en-IN" dirty="0">
                <a:solidFill>
                  <a:schemeClr val="tx1"/>
                </a:solidFill>
              </a:rPr>
              <a:t> boundaries.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Different datasets may produce different explanations.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Further validation is needed before clinical  deployment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Explanation quality can vary across MRI datasets. </a:t>
            </a:r>
          </a:p>
          <a:p>
            <a:pPr lvl="0">
              <a:lnSpc>
                <a:spcPct val="1500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1753889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12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463280" y="31393"/>
            <a:ext cx="3640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6718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413096" y="862390"/>
            <a:ext cx="969041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02 – </a:t>
            </a:r>
            <a:r>
              <a:rPr lang="en-IN" sz="1600" dirty="0"/>
              <a:t>Boosting Brain </a:t>
            </a:r>
            <a:r>
              <a:rPr lang="en-IN" sz="1600" dirty="0" err="1"/>
              <a:t>Tumor</a:t>
            </a:r>
            <a:r>
              <a:rPr lang="en-IN" sz="1600" dirty="0"/>
              <a:t> Detection with an Optimized </a:t>
            </a:r>
            <a:r>
              <a:rPr lang="en-IN" sz="1600" dirty="0" err="1"/>
              <a:t>ResNet</a:t>
            </a:r>
            <a:r>
              <a:rPr lang="en-IN" sz="1600" dirty="0"/>
              <a:t> and Explainability via Grad-CAM and LIME</a:t>
            </a:r>
          </a:p>
          <a:p>
            <a:r>
              <a:rPr lang="en-IN" sz="1600" dirty="0"/>
              <a:t>Afnaan et al., 2025 | Brain Informatics </a:t>
            </a: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392C0-4AF6-506E-78A8-0999F1378097}"/>
              </a:ext>
            </a:extLst>
          </p:cNvPr>
          <p:cNvSpPr txBox="1"/>
          <p:nvPr/>
        </p:nvSpPr>
        <p:spPr>
          <a:xfrm>
            <a:off x="822960" y="1872218"/>
            <a:ext cx="999744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Relevance to My Research</a:t>
            </a:r>
          </a:p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Shows how Grad-CAM and LIME can explain deep learning predictions.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Enhanced CNN architecture can improve feature extraction and reduce overfitting.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Attention-based feature refinement provides an idea for improving </a:t>
            </a:r>
            <a:r>
              <a:rPr lang="en-IN" dirty="0" err="1"/>
              <a:t>tumor</a:t>
            </a:r>
            <a:r>
              <a:rPr lang="en-IN" dirty="0"/>
              <a:t>-region focus.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Multi-dataset evaluation highlights the importance of model generalization.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XAI visualizations help understand regions influencing </a:t>
            </a:r>
            <a:r>
              <a:rPr lang="en-IN" dirty="0" err="1"/>
              <a:t>tumor</a:t>
            </a:r>
            <a:r>
              <a:rPr lang="en-IN" dirty="0"/>
              <a:t> classification.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These ideas provide a foundation for our enhanced CNN with CBAM, Batch Normalization, Dropout and Grad-CAM.</a:t>
            </a:r>
          </a:p>
        </p:txBody>
      </p:sp>
    </p:spTree>
    <p:extLst>
      <p:ext uri="{BB962C8B-B14F-4D97-AF65-F5344CB8AC3E}">
        <p14:creationId xmlns:p14="http://schemas.microsoft.com/office/powerpoint/2010/main" val="16602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13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595360" y="31393"/>
            <a:ext cx="3508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63120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9040" y="862390"/>
            <a:ext cx="962446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600" dirty="0"/>
              <a:t>Enhancing Brain </a:t>
            </a:r>
            <a:r>
              <a:rPr lang="en-IN" sz="1600" dirty="0" err="1"/>
              <a:t>Tumor</a:t>
            </a:r>
            <a:r>
              <a:rPr lang="en-IN" sz="1600" dirty="0"/>
              <a:t> Detection in MRI Images Through Explainable AI Using Grad-CAM with ResNet50</a:t>
            </a:r>
          </a:p>
          <a:p>
            <a:r>
              <a:rPr lang="en-IN" sz="1600" dirty="0"/>
              <a:t>Mohamed </a:t>
            </a:r>
            <a:r>
              <a:rPr lang="en-IN" sz="1600" dirty="0" err="1"/>
              <a:t>Musthafa</a:t>
            </a:r>
            <a:r>
              <a:rPr lang="en-IN" sz="1600" dirty="0"/>
              <a:t> et al., 2024 | BMC Medical Imaging</a:t>
            </a:r>
          </a:p>
          <a:p>
            <a:endParaRPr lang="en-IN" sz="1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C927BCE-2692-5050-73DC-FA7C612E5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340313"/>
              </p:ext>
            </p:extLst>
          </p:nvPr>
        </p:nvGraphicFramePr>
        <p:xfrm>
          <a:off x="838200" y="2095504"/>
          <a:ext cx="10515600" cy="3185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2727739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93979605"/>
                    </a:ext>
                  </a:extLst>
                </a:gridCol>
              </a:tblGrid>
              <a:tr h="455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Proposed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431687"/>
                  </a:ext>
                </a:extLst>
              </a:tr>
              <a:tr h="455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tumor detection is time-consuming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 learning-based automatic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119235"/>
                  </a:ext>
                </a:extLst>
              </a:tr>
              <a:tr h="455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feature extraction from MRI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ResNet50 for feature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645519"/>
                  </a:ext>
                </a:extLst>
              </a:tr>
              <a:tr h="455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Black-box nature of predictions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Grad-CAM visual explanations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113937"/>
                  </a:ext>
                </a:extLst>
              </a:tr>
              <a:tr h="455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training data variability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augmentation techniques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476736"/>
                  </a:ext>
                </a:extLst>
              </a:tr>
              <a:tr h="455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Risk of model 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Training and validation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904092"/>
                  </a:ext>
                </a:extLst>
              </a:tr>
              <a:tr h="455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 better model generalization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Evaluation on unseen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217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796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14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341360" y="31393"/>
            <a:ext cx="3762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6037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8400" y="862390"/>
            <a:ext cx="966510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03 – </a:t>
            </a:r>
            <a:r>
              <a:rPr lang="en-IN" sz="1600" dirty="0"/>
              <a:t>Enhancing Brain </a:t>
            </a:r>
            <a:r>
              <a:rPr lang="en-IN" sz="1600" dirty="0" err="1"/>
              <a:t>Tumor</a:t>
            </a:r>
            <a:r>
              <a:rPr lang="en-IN" sz="1600" dirty="0"/>
              <a:t> Detection in MRI Images Through Explainable AI Using Grad-CAM with ResNet50</a:t>
            </a:r>
          </a:p>
          <a:p>
            <a:r>
              <a:rPr lang="en-IN" sz="1600" dirty="0"/>
              <a:t>Mohamed </a:t>
            </a:r>
            <a:r>
              <a:rPr lang="en-IN" sz="1600" dirty="0" err="1"/>
              <a:t>Musthafa</a:t>
            </a:r>
            <a:r>
              <a:rPr lang="en-IN" sz="1600" dirty="0"/>
              <a:t> et al., 2024 | BMC Medical Imaging</a:t>
            </a: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31EB4C-886A-0CBF-B5F4-3822FDC54890}"/>
              </a:ext>
            </a:extLst>
          </p:cNvPr>
          <p:cNvSpPr txBox="1"/>
          <p:nvPr/>
        </p:nvSpPr>
        <p:spPr>
          <a:xfrm>
            <a:off x="833120" y="2072640"/>
            <a:ext cx="865632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 &amp; Setup </a:t>
            </a:r>
          </a:p>
          <a:p>
            <a:endParaRPr lang="en-IN" sz="2000" b="1" dirty="0"/>
          </a:p>
          <a:p>
            <a:pPr lvl="0"/>
            <a:r>
              <a:rPr lang="en-IN" b="1" dirty="0"/>
              <a:t>Dataset:</a:t>
            </a:r>
            <a:r>
              <a:rPr lang="en-IN" dirty="0"/>
              <a:t> A publicly accessible brain MRI dataset was used.</a:t>
            </a:r>
          </a:p>
          <a:p>
            <a:pPr lvl="0"/>
            <a:r>
              <a:rPr lang="en-IN" b="1" dirty="0"/>
              <a:t>Input:</a:t>
            </a:r>
            <a:r>
              <a:rPr lang="en-IN" dirty="0"/>
              <a:t> Brain MRI images were used for </a:t>
            </a:r>
            <a:r>
              <a:rPr lang="en-IN" dirty="0" err="1"/>
              <a:t>tumor</a:t>
            </a:r>
            <a:r>
              <a:rPr lang="en-IN" dirty="0"/>
              <a:t> detection.</a:t>
            </a:r>
          </a:p>
          <a:p>
            <a:pPr lvl="0"/>
            <a:r>
              <a:rPr lang="en-IN" b="1" dirty="0"/>
              <a:t>Classes:</a:t>
            </a:r>
            <a:r>
              <a:rPr lang="en-IN" dirty="0"/>
              <a:t> Two classes — </a:t>
            </a:r>
            <a:r>
              <a:rPr lang="en-IN" dirty="0" err="1"/>
              <a:t>Tumor</a:t>
            </a:r>
            <a:r>
              <a:rPr lang="en-IN" dirty="0"/>
              <a:t> and No </a:t>
            </a:r>
            <a:r>
              <a:rPr lang="en-IN" dirty="0" err="1"/>
              <a:t>Tumor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Preprocessing:</a:t>
            </a:r>
            <a:r>
              <a:rPr lang="en-IN" dirty="0"/>
              <a:t> MRI images were resized and rescaled.</a:t>
            </a:r>
          </a:p>
          <a:p>
            <a:pPr lvl="0"/>
            <a:r>
              <a:rPr lang="en-IN" b="1" dirty="0"/>
              <a:t>Augmentation:</a:t>
            </a:r>
            <a:r>
              <a:rPr lang="en-IN" dirty="0"/>
              <a:t> Rotation, flipping, scaling, and elastic deformation were applied.</a:t>
            </a:r>
          </a:p>
          <a:p>
            <a:pPr lvl="0"/>
            <a:r>
              <a:rPr lang="en-IN" b="1" dirty="0"/>
              <a:t>Model:</a:t>
            </a:r>
            <a:r>
              <a:rPr lang="en-IN" dirty="0"/>
              <a:t> ResNet50 with Transfer Learning was used.</a:t>
            </a:r>
          </a:p>
          <a:p>
            <a:pPr lvl="0"/>
            <a:r>
              <a:rPr lang="en-IN" b="1" dirty="0"/>
              <a:t>XAI:</a:t>
            </a:r>
            <a:r>
              <a:rPr lang="en-IN" dirty="0"/>
              <a:t> </a:t>
            </a:r>
            <a:r>
              <a:rPr lang="en-IN" b="1" dirty="0"/>
              <a:t>Grad-CAM</a:t>
            </a:r>
            <a:r>
              <a:rPr lang="en-IN" dirty="0"/>
              <a:t> generated visual explanations of model predictions.</a:t>
            </a:r>
          </a:p>
          <a:p>
            <a:pPr lvl="0"/>
            <a:r>
              <a:rPr lang="en-IN" b="1" dirty="0"/>
              <a:t>Training:</a:t>
            </a:r>
            <a:r>
              <a:rPr lang="en-IN" dirty="0"/>
              <a:t> The model was trained for 10 epochs with a batch size of 16.</a:t>
            </a:r>
          </a:p>
          <a:p>
            <a:pPr lvl="0"/>
            <a:r>
              <a:rPr lang="en-IN" b="1" dirty="0"/>
              <a:t>Evaluation:</a:t>
            </a:r>
            <a:r>
              <a:rPr lang="en-IN" dirty="0"/>
              <a:t> Accuracy, Precision, Recall, and F1-score were evaluated.</a:t>
            </a:r>
          </a:p>
        </p:txBody>
      </p:sp>
    </p:spTree>
    <p:extLst>
      <p:ext uri="{BB962C8B-B14F-4D97-AF65-F5344CB8AC3E}">
        <p14:creationId xmlns:p14="http://schemas.microsoft.com/office/powerpoint/2010/main" val="204099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15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425332" y="31393"/>
            <a:ext cx="3678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6342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550160" y="862390"/>
            <a:ext cx="955334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03 – </a:t>
            </a:r>
            <a:r>
              <a:rPr lang="en-IN" sz="1600" dirty="0"/>
              <a:t>Enhancing Brain </a:t>
            </a:r>
            <a:r>
              <a:rPr lang="en-IN" sz="1600" dirty="0" err="1"/>
              <a:t>Tumor</a:t>
            </a:r>
            <a:r>
              <a:rPr lang="en-IN" sz="1600" dirty="0"/>
              <a:t> Detection in MRI Images Through Explainable AI Using Grad-CAM with ResNet50</a:t>
            </a:r>
          </a:p>
          <a:p>
            <a:r>
              <a:rPr lang="en-IN" sz="1600" dirty="0"/>
              <a:t>Mohamed </a:t>
            </a:r>
            <a:r>
              <a:rPr lang="en-IN" sz="1600" dirty="0" err="1"/>
              <a:t>Musthafa</a:t>
            </a:r>
            <a:r>
              <a:rPr lang="en-IN" sz="1600" dirty="0"/>
              <a:t> et al., 2024 | BMC Medical Imaging</a:t>
            </a: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BBEA6-13B9-26B7-F2BB-4E8CFDA243A0}"/>
              </a:ext>
            </a:extLst>
          </p:cNvPr>
          <p:cNvSpPr txBox="1"/>
          <p:nvPr/>
        </p:nvSpPr>
        <p:spPr>
          <a:xfrm>
            <a:off x="751841" y="2052319"/>
            <a:ext cx="108204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Results </a:t>
            </a:r>
          </a:p>
          <a:p>
            <a:endParaRPr lang="en-IN" b="1" dirty="0"/>
          </a:p>
          <a:p>
            <a:pPr lvl="0"/>
            <a:r>
              <a:rPr lang="en-IN" b="1" dirty="0"/>
              <a:t>Test Accuracy:</a:t>
            </a:r>
            <a:r>
              <a:rPr lang="en-IN" dirty="0"/>
              <a:t> Achieved 98.52% testing accuracy.</a:t>
            </a:r>
          </a:p>
          <a:p>
            <a:pPr lvl="0"/>
            <a:r>
              <a:rPr lang="en-IN" b="1" dirty="0"/>
              <a:t>Precision:</a:t>
            </a:r>
            <a:r>
              <a:rPr lang="en-IN" dirty="0"/>
              <a:t> Precision values exceeded 98%.</a:t>
            </a:r>
          </a:p>
          <a:p>
            <a:pPr lvl="0"/>
            <a:r>
              <a:rPr lang="en-IN" b="1" dirty="0"/>
              <a:t>Recall:</a:t>
            </a:r>
            <a:r>
              <a:rPr lang="en-IN" dirty="0"/>
              <a:t> Recall values exceeded 97% for the evaluated classes.</a:t>
            </a:r>
          </a:p>
          <a:p>
            <a:pPr lvl="0"/>
            <a:r>
              <a:rPr lang="en-IN" b="1" dirty="0"/>
              <a:t>F1-Score:</a:t>
            </a:r>
            <a:r>
              <a:rPr lang="en-IN" dirty="0"/>
              <a:t> Achieved an F1-score around 98%.</a:t>
            </a:r>
          </a:p>
          <a:p>
            <a:pPr lvl="0"/>
            <a:r>
              <a:rPr lang="en-IN" b="1" dirty="0"/>
              <a:t>Classification:</a:t>
            </a:r>
            <a:r>
              <a:rPr lang="en-IN" dirty="0"/>
              <a:t> Successfully distinguished </a:t>
            </a:r>
            <a:r>
              <a:rPr lang="en-IN" dirty="0" err="1"/>
              <a:t>Tumor</a:t>
            </a:r>
            <a:r>
              <a:rPr lang="en-IN" dirty="0"/>
              <a:t> and No </a:t>
            </a:r>
            <a:r>
              <a:rPr lang="en-IN" dirty="0" err="1"/>
              <a:t>Tumor</a:t>
            </a:r>
            <a:r>
              <a:rPr lang="en-IN" dirty="0"/>
              <a:t> MRI images.</a:t>
            </a:r>
          </a:p>
          <a:p>
            <a:pPr lvl="0"/>
            <a:r>
              <a:rPr lang="en-IN" b="1" dirty="0"/>
              <a:t>Grad-CAM:</a:t>
            </a:r>
            <a:r>
              <a:rPr lang="en-IN" dirty="0"/>
              <a:t> Highlighted important regions influencing model predictions.</a:t>
            </a:r>
          </a:p>
          <a:p>
            <a:pPr lvl="0"/>
            <a:r>
              <a:rPr lang="en-IN" b="1" dirty="0"/>
              <a:t>Generalization:</a:t>
            </a:r>
            <a:r>
              <a:rPr lang="en-IN" dirty="0"/>
              <a:t> Data augmentation helped improve robustness to imaging variations.</a:t>
            </a:r>
          </a:p>
          <a:p>
            <a:pPr lvl="0"/>
            <a:r>
              <a:rPr lang="en-IN" b="1" dirty="0"/>
              <a:t>Explainability:</a:t>
            </a:r>
            <a:r>
              <a:rPr lang="en-IN" dirty="0"/>
              <a:t> Grad-CAM provided visual insights into the model's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87751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16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503920" y="31393"/>
            <a:ext cx="35995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6210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458720" y="862390"/>
            <a:ext cx="964478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03 – </a:t>
            </a:r>
            <a:r>
              <a:rPr lang="en-IN" sz="1600" dirty="0"/>
              <a:t>Enhancing Brain </a:t>
            </a:r>
            <a:r>
              <a:rPr lang="en-IN" sz="1600" dirty="0" err="1"/>
              <a:t>Tumor</a:t>
            </a:r>
            <a:r>
              <a:rPr lang="en-IN" sz="1600" dirty="0"/>
              <a:t> Detection in MRI Images Through Explainable AI Using Grad-CAM with ResNet50</a:t>
            </a:r>
          </a:p>
          <a:p>
            <a:r>
              <a:rPr lang="en-IN" sz="1600" dirty="0"/>
              <a:t>Mohamed </a:t>
            </a:r>
            <a:r>
              <a:rPr lang="en-IN" sz="1600" dirty="0" err="1"/>
              <a:t>Musthafa</a:t>
            </a:r>
            <a:r>
              <a:rPr lang="en-IN" sz="1600" dirty="0"/>
              <a:t> et al., 2024 | BMC Medical Imaging</a:t>
            </a:r>
          </a:p>
          <a:p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26416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Uses ResNet50 for effective deep feature extraction.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Achieves 98.52% testing accuracy.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Uses data augmentation to improve robustness.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Grad-CAM provides visual explanations of model predictions.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Evaluates model performance on unseen data.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Uses transfer learning with ResNet50 to improve feature learning from MRI images.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8080" y="2182543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Dataset size and diversity are limited.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Limited demographic representation in the dataset.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Generalization to broader populations remains challenging.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Further clinical validation is required.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More diverse datasets are needed for future validation.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study is based on a single publicly accessible MRI dataset.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2598163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17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453120" y="31393"/>
            <a:ext cx="36503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6251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862390"/>
            <a:ext cx="954318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600" dirty="0"/>
              <a:t>Enhancing Brain </a:t>
            </a:r>
            <a:r>
              <a:rPr lang="en-IN" sz="1600" dirty="0" err="1"/>
              <a:t>Tumor</a:t>
            </a:r>
            <a:r>
              <a:rPr lang="en-IN" sz="1600" dirty="0"/>
              <a:t> Detection in MRI Images Through Explainable AI Using Grad-CAM with ResNet50</a:t>
            </a:r>
          </a:p>
          <a:p>
            <a:r>
              <a:rPr lang="en-IN" sz="1600" dirty="0"/>
              <a:t>Mohamed </a:t>
            </a:r>
            <a:r>
              <a:rPr lang="en-IN" sz="1600" dirty="0" err="1"/>
              <a:t>Musthafa</a:t>
            </a:r>
            <a:r>
              <a:rPr lang="en-IN" sz="1600" dirty="0"/>
              <a:t> et al., 2024 | BMC Medical Imaging</a:t>
            </a: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F63DD1-986B-3265-0039-5D7E54DC2485}"/>
              </a:ext>
            </a:extLst>
          </p:cNvPr>
          <p:cNvSpPr txBox="1"/>
          <p:nvPr/>
        </p:nvSpPr>
        <p:spPr>
          <a:xfrm>
            <a:off x="762000" y="2072640"/>
            <a:ext cx="105562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Relevance to My Research</a:t>
            </a:r>
          </a:p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Shows how ResNet50 can be used for effective brain </a:t>
            </a:r>
            <a:r>
              <a:rPr lang="en-IN" dirty="0" err="1"/>
              <a:t>tumor</a:t>
            </a:r>
            <a:r>
              <a:rPr lang="en-IN" dirty="0"/>
              <a:t> detection from MRI images.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Demonstrates how Grad-CAM can explain deep learning predictions visually.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Highlights important </a:t>
            </a:r>
            <a:r>
              <a:rPr lang="en-IN" dirty="0" err="1"/>
              <a:t>tumor</a:t>
            </a:r>
            <a:r>
              <a:rPr lang="en-IN" dirty="0"/>
              <a:t>-related regions that influence model decisions.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Shows the importance of data augmentation for improving model robustness.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Demonstrates the need to evaluate models on unseen data for better generalization.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a foundation for developing an explainable CNN-based brain </a:t>
            </a:r>
            <a:r>
              <a:rPr lang="en-IN" dirty="0" err="1"/>
              <a:t>tumor</a:t>
            </a:r>
            <a:r>
              <a:rPr lang="en-IN" dirty="0"/>
              <a:t> detection model.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These ideas can be extended to four-class </a:t>
            </a:r>
            <a:r>
              <a:rPr lang="en-IN" dirty="0" err="1"/>
              <a:t>tumor</a:t>
            </a:r>
            <a:r>
              <a:rPr lang="en-IN" dirty="0"/>
              <a:t> classification using CBAM, Batch Normalization, Dropout and Grad-CAM in our proposed research.</a:t>
            </a:r>
          </a:p>
        </p:txBody>
      </p:sp>
    </p:spTree>
    <p:extLst>
      <p:ext uri="{BB962C8B-B14F-4D97-AF65-F5344CB8AC3E}">
        <p14:creationId xmlns:p14="http://schemas.microsoft.com/office/powerpoint/2010/main" val="3867205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18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7" y="877163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114072" y="31393"/>
            <a:ext cx="39894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63730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044093"/>
              </p:ext>
            </p:extLst>
          </p:nvPr>
        </p:nvGraphicFramePr>
        <p:xfrm>
          <a:off x="579120" y="1437296"/>
          <a:ext cx="10891392" cy="484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3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1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7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7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Reference</a:t>
                      </a:r>
                      <a:endParaRPr lang="en-IN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Year</a:t>
                      </a:r>
                      <a:endParaRPr lang="en-IN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Main Idea</a:t>
                      </a:r>
                      <a:endParaRPr lang="en-IN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Strengths</a:t>
                      </a:r>
                      <a:endParaRPr lang="en-IN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Limitations</a:t>
                      </a:r>
                      <a:endParaRPr lang="en-IN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Musthafa</a:t>
                      </a:r>
                      <a:r>
                        <a:rPr lang="en-IN" b="1" dirty="0"/>
                        <a:t> et al.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 2024</a:t>
                      </a:r>
                      <a:r>
                        <a:rPr lang="en-IN" b="1" dirty="0"/>
                        <a:t> 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ResNet50 with Grad-CAM for brain tumor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accuracy; visual explanations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dataset diversity; binary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8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Iftikhar et al.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2025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 with XAI for tumor feature identification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Grad-CAM, SHAP and LIME; interpretable predictions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MRI datasets; not all XAI methods evaluated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8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Afnaan et al.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2025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Optimized ResNet with Grad-CAM and LIME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accuracy; multiple datasets; explainable predictions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LIME explanations can be diffuse and overlapping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8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Hassan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2026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Enhanced CNN with XAI for brain tumor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InceptionV3; patient-wise 5-fold CV; external dataset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Focused on MRI data; further XAI evaluation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858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19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7" y="877163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595360" y="31393"/>
            <a:ext cx="3508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Mrs.K.Sushma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ID:AIML-C16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No:23BQ1A61E2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No:23BQ1A61C2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No:24BQ5A6115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No:24BQ5A6140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63018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AI-Based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an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CNN Architecture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1448" y="3010622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322043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</TotalTime>
  <Words>2756</Words>
  <Application>Microsoft Office PowerPoint</Application>
  <PresentationFormat>Widescreen</PresentationFormat>
  <Paragraphs>455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mualidhar V</dc:creator>
  <cp:lastModifiedBy>24BQ5A6115 .</cp:lastModifiedBy>
  <cp:revision>47</cp:revision>
  <dcterms:created xsi:type="dcterms:W3CDTF">2023-07-18T12:47:32Z</dcterms:created>
  <dcterms:modified xsi:type="dcterms:W3CDTF">2026-09-18T05:52:39Z</dcterms:modified>
</cp:coreProperties>
</file>